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65" r:id="rId3"/>
    <p:sldId id="271" r:id="rId4"/>
    <p:sldId id="266" r:id="rId5"/>
    <p:sldId id="258" r:id="rId6"/>
    <p:sldId id="259" r:id="rId7"/>
    <p:sldId id="260" r:id="rId8"/>
    <p:sldId id="261" r:id="rId9"/>
    <p:sldId id="262" r:id="rId10"/>
    <p:sldId id="263" r:id="rId11"/>
    <p:sldId id="268" r:id="rId12"/>
    <p:sldId id="264"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62D6"/>
    <a:srgbClr val="C1AC81"/>
    <a:srgbClr val="C3B1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AB8ADA-631C-4330-87DB-628FF56FEDCC}" v="59" dt="2025-10-28T06:57:22.094"/>
    <p1510:client id="{053AA440-CB8A-4996-87E6-14D2ACD74480}" v="75" dt="2025-10-28T07:24:55.078"/>
    <p1510:client id="{069EB966-FB3C-101F-A0DA-AD6445A0FB5A}" v="9" dt="2025-10-28T17:50:13.079"/>
    <p1510:client id="{1DAE7B60-61D0-4464-B14B-ED2431E01E2A}" v="17" dt="2025-10-28T06:42:39.997"/>
    <p1510:client id="{2ADA624A-8DB4-4082-8340-A39BAD69C405}" v="18" dt="2025-10-28T06:35:04.234"/>
    <p1510:client id="{2C1A3E2A-AF3F-4BB0-8EBB-3B93E62A70C9}" v="94" dt="2025-10-28T06:32:32.014"/>
    <p1510:client id="{50D54708-200B-CBEE-2C6F-C7AE06CCCAE2}" v="188" dt="2025-10-28T17:32:50.650"/>
    <p1510:client id="{856A25CC-181F-C330-47AE-750B097F0191}" v="14" dt="2025-10-28T17:42:39.544"/>
    <p1510:client id="{95F4EE7C-661F-5953-4FDA-30B37A53AA3C}" v="80" dt="2025-10-28T13:21:55.319"/>
    <p1510:client id="{A1E77744-453B-4A05-B968-C8ED61B3639D}" v="129" dt="2025-10-28T06:17:35.285"/>
    <p1510:client id="{A88AFC7D-7E51-31F1-82D6-AB030E368F6D}" v="14" dt="2025-10-28T14:18:32.535"/>
    <p1510:client id="{CFD2460F-9DE4-47FC-B567-BF1BAF81CF61}" v="70" dt="2025-10-28T05:21:51.196"/>
    <p1510:client id="{D21BD1D1-0FAF-11EA-7049-26C8ECC4804D}" v="182" dt="2025-10-28T15:03:01.426"/>
    <p1510:client id="{F5994B1B-72FC-F8D0-EE48-4CC083E78F6D}" v="65" dt="2025-10-28T16:35:48.525"/>
    <p1510:client id="{F63E3049-7C4E-466D-ACD2-6AC10EF1A716}" v="39" dt="2025-10-28T05:29:27.484"/>
    <p1510:client id="{FF973D0F-44E9-BAA8-7BD1-3F3FC7EFA8D2}" v="438" dt="2025-10-28T15:30:23.5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7B4C81-FF93-498F-83BB-21014BC84076}" type="doc">
      <dgm:prSet loTypeId="urn:microsoft.com/office/officeart/2005/8/layout/hierarchy1" loCatId="hierarchy" qsTypeId="urn:microsoft.com/office/officeart/2005/8/quickstyle/3d3" qsCatId="3D" csTypeId="urn:microsoft.com/office/officeart/2005/8/colors/colorful2" csCatId="colorful"/>
      <dgm:spPr/>
      <dgm:t>
        <a:bodyPr/>
        <a:lstStyle/>
        <a:p>
          <a:endParaRPr lang="en-US"/>
        </a:p>
      </dgm:t>
    </dgm:pt>
    <dgm:pt modelId="{9EC5D466-6F67-4405-8FF3-02A4B1559E38}">
      <dgm:prSet custT="1"/>
      <dgm:spPr/>
      <dgm:t>
        <a:bodyPr/>
        <a:lstStyle/>
        <a:p>
          <a:pPr algn="ctr">
            <a:lnSpc>
              <a:spcPct val="90000"/>
            </a:lnSpc>
          </a:pPr>
          <a:r>
            <a:rPr lang="en-US" sz="2000" b="0">
              <a:latin typeface="Arial"/>
              <a:ea typeface="+mn-ea"/>
              <a:cs typeface="+mn-cs"/>
            </a:rPr>
            <a:t>• Our system helps manage student data easily. </a:t>
          </a:r>
        </a:p>
      </dgm:t>
    </dgm:pt>
    <dgm:pt modelId="{249CCC3C-45ED-494E-8FB2-5B6D3B2C91EE}" type="parTrans" cxnId="{4B8E80EE-022E-4A70-B499-BCC2F41E1348}">
      <dgm:prSet/>
      <dgm:spPr/>
      <dgm:t>
        <a:bodyPr/>
        <a:lstStyle/>
        <a:p>
          <a:endParaRPr lang="en-US"/>
        </a:p>
      </dgm:t>
    </dgm:pt>
    <dgm:pt modelId="{D44B1BDE-DAFE-4690-97D1-1695D0D55C9A}" type="sibTrans" cxnId="{4B8E80EE-022E-4A70-B499-BCC2F41E1348}">
      <dgm:prSet/>
      <dgm:spPr/>
      <dgm:t>
        <a:bodyPr/>
        <a:lstStyle/>
        <a:p>
          <a:endParaRPr lang="en-US"/>
        </a:p>
      </dgm:t>
    </dgm:pt>
    <dgm:pt modelId="{98DF8006-AE8B-40E5-ACF2-169857391682}">
      <dgm:prSet/>
      <dgm:spPr/>
      <dgm:t>
        <a:bodyPr/>
        <a:lstStyle/>
        <a:p>
          <a:pPr algn="ctr">
            <a:lnSpc>
              <a:spcPct val="90000"/>
            </a:lnSpc>
          </a:pPr>
          <a:r>
            <a:rPr lang="en-US" sz="2100">
              <a:ea typeface="+mn-ea"/>
              <a:cs typeface="+mn-cs"/>
            </a:rPr>
            <a:t>• It reduces manual work and paperwork. </a:t>
          </a:r>
        </a:p>
      </dgm:t>
    </dgm:pt>
    <dgm:pt modelId="{ED5994AA-B9E1-4DA4-AB1A-B74D3112B707}" type="parTrans" cxnId="{EA03A910-FE73-4E73-8124-6640D30707A0}">
      <dgm:prSet/>
      <dgm:spPr/>
      <dgm:t>
        <a:bodyPr/>
        <a:lstStyle/>
        <a:p>
          <a:endParaRPr lang="en-US"/>
        </a:p>
      </dgm:t>
    </dgm:pt>
    <dgm:pt modelId="{3921946F-AF8B-468A-BE28-5B008C5F4064}" type="sibTrans" cxnId="{EA03A910-FE73-4E73-8124-6640D30707A0}">
      <dgm:prSet/>
      <dgm:spPr/>
      <dgm:t>
        <a:bodyPr/>
        <a:lstStyle/>
        <a:p>
          <a:endParaRPr lang="en-US"/>
        </a:p>
      </dgm:t>
    </dgm:pt>
    <dgm:pt modelId="{D38EF1A2-2488-4891-A6A4-A57B23C98B1A}">
      <dgm:prSet/>
      <dgm:spPr/>
      <dgm:t>
        <a:bodyPr/>
        <a:lstStyle/>
        <a:p>
          <a:pPr algn="ctr">
            <a:lnSpc>
              <a:spcPct val="90000"/>
            </a:lnSpc>
          </a:pPr>
          <a:r>
            <a:rPr lang="en-US" sz="2100">
              <a:ea typeface="+mn-ea"/>
              <a:cs typeface="+mn-cs"/>
            </a:rPr>
            <a:t>• Users can get quick and accurate updates. </a:t>
          </a:r>
        </a:p>
      </dgm:t>
    </dgm:pt>
    <dgm:pt modelId="{0620E8E2-B355-43AE-B01C-991B3D58EC80}" type="parTrans" cxnId="{954B959A-C458-4F0C-B4A0-85BBA9AC7561}">
      <dgm:prSet/>
      <dgm:spPr/>
      <dgm:t>
        <a:bodyPr/>
        <a:lstStyle/>
        <a:p>
          <a:endParaRPr lang="en-US"/>
        </a:p>
      </dgm:t>
    </dgm:pt>
    <dgm:pt modelId="{F00838F1-2083-4512-BBC8-51F2DB7F2BD3}" type="sibTrans" cxnId="{954B959A-C458-4F0C-B4A0-85BBA9AC7561}">
      <dgm:prSet/>
      <dgm:spPr/>
      <dgm:t>
        <a:bodyPr/>
        <a:lstStyle/>
        <a:p>
          <a:endParaRPr lang="en-US"/>
        </a:p>
      </dgm:t>
    </dgm:pt>
    <dgm:pt modelId="{FEB66438-F9BC-493D-A060-A691BAFAB8A3}">
      <dgm:prSet/>
      <dgm:spPr/>
      <dgm:t>
        <a:bodyPr/>
        <a:lstStyle/>
        <a:p>
          <a:pPr algn="ctr">
            <a:lnSpc>
              <a:spcPct val="90000"/>
            </a:lnSpc>
          </a:pPr>
          <a:r>
            <a:rPr lang="en-US" sz="2100">
              <a:ea typeface="+mn-ea"/>
              <a:cs typeface="+mn-cs"/>
            </a:rPr>
            <a:t>• Next, let’s see an introduction to the system.</a:t>
          </a:r>
        </a:p>
      </dgm:t>
    </dgm:pt>
    <dgm:pt modelId="{5E18CAC5-D859-4038-8134-E7E50F97BDEF}" type="parTrans" cxnId="{28410678-4F64-485C-88AD-C1E6C5D751D4}">
      <dgm:prSet/>
      <dgm:spPr/>
      <dgm:t>
        <a:bodyPr/>
        <a:lstStyle/>
        <a:p>
          <a:endParaRPr lang="en-US"/>
        </a:p>
      </dgm:t>
    </dgm:pt>
    <dgm:pt modelId="{59C8883F-C394-4D6B-9074-60FB9460DA83}" type="sibTrans" cxnId="{28410678-4F64-485C-88AD-C1E6C5D751D4}">
      <dgm:prSet/>
      <dgm:spPr/>
      <dgm:t>
        <a:bodyPr/>
        <a:lstStyle/>
        <a:p>
          <a:endParaRPr lang="en-US"/>
        </a:p>
      </dgm:t>
    </dgm:pt>
    <dgm:pt modelId="{B2006B84-3546-45D2-8AA5-398E981A2045}" type="pres">
      <dgm:prSet presAssocID="{767B4C81-FF93-498F-83BB-21014BC84076}" presName="hierChild1" presStyleCnt="0">
        <dgm:presLayoutVars>
          <dgm:chPref val="1"/>
          <dgm:dir/>
          <dgm:animOne val="branch"/>
          <dgm:animLvl val="lvl"/>
          <dgm:resizeHandles/>
        </dgm:presLayoutVars>
      </dgm:prSet>
      <dgm:spPr/>
    </dgm:pt>
    <dgm:pt modelId="{516F44DA-DF3D-4A85-96F1-FA2F5AEECC6D}" type="pres">
      <dgm:prSet presAssocID="{9EC5D466-6F67-4405-8FF3-02A4B1559E38}" presName="hierRoot1" presStyleCnt="0"/>
      <dgm:spPr/>
    </dgm:pt>
    <dgm:pt modelId="{F7103A23-31B5-4FC4-9BA4-1B0F7DF97876}" type="pres">
      <dgm:prSet presAssocID="{9EC5D466-6F67-4405-8FF3-02A4B1559E38}" presName="composite" presStyleCnt="0"/>
      <dgm:spPr/>
    </dgm:pt>
    <dgm:pt modelId="{D2647A62-2587-4CDD-94D3-D30B98D75C04}" type="pres">
      <dgm:prSet presAssocID="{9EC5D466-6F67-4405-8FF3-02A4B1559E38}" presName="background" presStyleLbl="node0" presStyleIdx="0" presStyleCnt="4"/>
      <dgm:spPr/>
    </dgm:pt>
    <dgm:pt modelId="{A46A08DF-1B3A-4938-A9F2-134C5BDE142E}" type="pres">
      <dgm:prSet presAssocID="{9EC5D466-6F67-4405-8FF3-02A4B1559E38}" presName="text" presStyleLbl="fgAcc0" presStyleIdx="0" presStyleCnt="4">
        <dgm:presLayoutVars>
          <dgm:chPref val="3"/>
        </dgm:presLayoutVars>
      </dgm:prSet>
      <dgm:spPr/>
    </dgm:pt>
    <dgm:pt modelId="{AE623473-6B56-4868-BD19-5AE1CADE27A1}" type="pres">
      <dgm:prSet presAssocID="{9EC5D466-6F67-4405-8FF3-02A4B1559E38}" presName="hierChild2" presStyleCnt="0"/>
      <dgm:spPr/>
    </dgm:pt>
    <dgm:pt modelId="{92F83FB1-F3EE-4229-93E1-51E32CC28C04}" type="pres">
      <dgm:prSet presAssocID="{98DF8006-AE8B-40E5-ACF2-169857391682}" presName="hierRoot1" presStyleCnt="0"/>
      <dgm:spPr/>
    </dgm:pt>
    <dgm:pt modelId="{8E24FAB8-2591-414D-B44B-E3A333981F86}" type="pres">
      <dgm:prSet presAssocID="{98DF8006-AE8B-40E5-ACF2-169857391682}" presName="composite" presStyleCnt="0"/>
      <dgm:spPr/>
    </dgm:pt>
    <dgm:pt modelId="{8837679D-F46A-4E85-9FF3-7B58AB4BB6DE}" type="pres">
      <dgm:prSet presAssocID="{98DF8006-AE8B-40E5-ACF2-169857391682}" presName="background" presStyleLbl="node0" presStyleIdx="1" presStyleCnt="4"/>
      <dgm:spPr/>
    </dgm:pt>
    <dgm:pt modelId="{01E4E0A0-4BB8-45DE-899F-0D7251573BDE}" type="pres">
      <dgm:prSet presAssocID="{98DF8006-AE8B-40E5-ACF2-169857391682}" presName="text" presStyleLbl="fgAcc0" presStyleIdx="1" presStyleCnt="4">
        <dgm:presLayoutVars>
          <dgm:chPref val="3"/>
        </dgm:presLayoutVars>
      </dgm:prSet>
      <dgm:spPr/>
    </dgm:pt>
    <dgm:pt modelId="{C16B88A4-4DAE-474A-9BF9-4E1854983EF4}" type="pres">
      <dgm:prSet presAssocID="{98DF8006-AE8B-40E5-ACF2-169857391682}" presName="hierChild2" presStyleCnt="0"/>
      <dgm:spPr/>
    </dgm:pt>
    <dgm:pt modelId="{7CCEF3D4-FEE9-4B1D-B3EA-5120E2476AA9}" type="pres">
      <dgm:prSet presAssocID="{D38EF1A2-2488-4891-A6A4-A57B23C98B1A}" presName="hierRoot1" presStyleCnt="0"/>
      <dgm:spPr/>
    </dgm:pt>
    <dgm:pt modelId="{E3F04BF8-DB6C-4682-A358-8639CDFACAFA}" type="pres">
      <dgm:prSet presAssocID="{D38EF1A2-2488-4891-A6A4-A57B23C98B1A}" presName="composite" presStyleCnt="0"/>
      <dgm:spPr/>
    </dgm:pt>
    <dgm:pt modelId="{1774A6E2-DBDF-4691-B2F6-CEE3B0C27EE6}" type="pres">
      <dgm:prSet presAssocID="{D38EF1A2-2488-4891-A6A4-A57B23C98B1A}" presName="background" presStyleLbl="node0" presStyleIdx="2" presStyleCnt="4"/>
      <dgm:spPr/>
    </dgm:pt>
    <dgm:pt modelId="{8282332D-7623-4E68-9CAB-50A09E6CCA91}" type="pres">
      <dgm:prSet presAssocID="{D38EF1A2-2488-4891-A6A4-A57B23C98B1A}" presName="text" presStyleLbl="fgAcc0" presStyleIdx="2" presStyleCnt="4">
        <dgm:presLayoutVars>
          <dgm:chPref val="3"/>
        </dgm:presLayoutVars>
      </dgm:prSet>
      <dgm:spPr/>
    </dgm:pt>
    <dgm:pt modelId="{DF1D4AAB-5B2A-4BFE-B410-23E193F92A9A}" type="pres">
      <dgm:prSet presAssocID="{D38EF1A2-2488-4891-A6A4-A57B23C98B1A}" presName="hierChild2" presStyleCnt="0"/>
      <dgm:spPr/>
    </dgm:pt>
    <dgm:pt modelId="{5B27343F-2906-4A62-BA1E-68401F21542C}" type="pres">
      <dgm:prSet presAssocID="{FEB66438-F9BC-493D-A060-A691BAFAB8A3}" presName="hierRoot1" presStyleCnt="0"/>
      <dgm:spPr/>
    </dgm:pt>
    <dgm:pt modelId="{2F32635E-D75B-4DDD-B9DE-736A3CABFA1D}" type="pres">
      <dgm:prSet presAssocID="{FEB66438-F9BC-493D-A060-A691BAFAB8A3}" presName="composite" presStyleCnt="0"/>
      <dgm:spPr/>
    </dgm:pt>
    <dgm:pt modelId="{AD802500-1AE6-449F-AA91-84EC25AACBFC}" type="pres">
      <dgm:prSet presAssocID="{FEB66438-F9BC-493D-A060-A691BAFAB8A3}" presName="background" presStyleLbl="node0" presStyleIdx="3" presStyleCnt="4"/>
      <dgm:spPr/>
    </dgm:pt>
    <dgm:pt modelId="{3C6E35C9-33FC-4B1B-84F3-679FF3DAF719}" type="pres">
      <dgm:prSet presAssocID="{FEB66438-F9BC-493D-A060-A691BAFAB8A3}" presName="text" presStyleLbl="fgAcc0" presStyleIdx="3" presStyleCnt="4">
        <dgm:presLayoutVars>
          <dgm:chPref val="3"/>
        </dgm:presLayoutVars>
      </dgm:prSet>
      <dgm:spPr/>
    </dgm:pt>
    <dgm:pt modelId="{F75EB289-4D30-45BB-851F-AE47220CF2DD}" type="pres">
      <dgm:prSet presAssocID="{FEB66438-F9BC-493D-A060-A691BAFAB8A3}" presName="hierChild2" presStyleCnt="0"/>
      <dgm:spPr/>
    </dgm:pt>
  </dgm:ptLst>
  <dgm:cxnLst>
    <dgm:cxn modelId="{EA03A910-FE73-4E73-8124-6640D30707A0}" srcId="{767B4C81-FF93-498F-83BB-21014BC84076}" destId="{98DF8006-AE8B-40E5-ACF2-169857391682}" srcOrd="1" destOrd="0" parTransId="{ED5994AA-B9E1-4DA4-AB1A-B74D3112B707}" sibTransId="{3921946F-AF8B-468A-BE28-5B008C5F4064}"/>
    <dgm:cxn modelId="{DF95C856-B6EA-4482-993F-1BFAD7BC0A5F}" type="presOf" srcId="{767B4C81-FF93-498F-83BB-21014BC84076}" destId="{B2006B84-3546-45D2-8AA5-398E981A2045}" srcOrd="0" destOrd="0" presId="urn:microsoft.com/office/officeart/2005/8/layout/hierarchy1"/>
    <dgm:cxn modelId="{28410678-4F64-485C-88AD-C1E6C5D751D4}" srcId="{767B4C81-FF93-498F-83BB-21014BC84076}" destId="{FEB66438-F9BC-493D-A060-A691BAFAB8A3}" srcOrd="3" destOrd="0" parTransId="{5E18CAC5-D859-4038-8134-E7E50F97BDEF}" sibTransId="{59C8883F-C394-4D6B-9074-60FB9460DA83}"/>
    <dgm:cxn modelId="{8C890086-7469-4FDB-95A0-E04E463FF6A4}" type="presOf" srcId="{FEB66438-F9BC-493D-A060-A691BAFAB8A3}" destId="{3C6E35C9-33FC-4B1B-84F3-679FF3DAF719}" srcOrd="0" destOrd="0" presId="urn:microsoft.com/office/officeart/2005/8/layout/hierarchy1"/>
    <dgm:cxn modelId="{02B2218D-7D5C-4DE7-AA3C-309F517DCCD1}" type="presOf" srcId="{9EC5D466-6F67-4405-8FF3-02A4B1559E38}" destId="{A46A08DF-1B3A-4938-A9F2-134C5BDE142E}" srcOrd="0" destOrd="0" presId="urn:microsoft.com/office/officeart/2005/8/layout/hierarchy1"/>
    <dgm:cxn modelId="{7AD11894-9D5D-4181-8777-E25FDC12E9A8}" type="presOf" srcId="{98DF8006-AE8B-40E5-ACF2-169857391682}" destId="{01E4E0A0-4BB8-45DE-899F-0D7251573BDE}" srcOrd="0" destOrd="0" presId="urn:microsoft.com/office/officeart/2005/8/layout/hierarchy1"/>
    <dgm:cxn modelId="{954B959A-C458-4F0C-B4A0-85BBA9AC7561}" srcId="{767B4C81-FF93-498F-83BB-21014BC84076}" destId="{D38EF1A2-2488-4891-A6A4-A57B23C98B1A}" srcOrd="2" destOrd="0" parTransId="{0620E8E2-B355-43AE-B01C-991B3D58EC80}" sibTransId="{F00838F1-2083-4512-BBC8-51F2DB7F2BD3}"/>
    <dgm:cxn modelId="{A4B030C5-2184-4CDE-A054-119A78E57742}" type="presOf" srcId="{D38EF1A2-2488-4891-A6A4-A57B23C98B1A}" destId="{8282332D-7623-4E68-9CAB-50A09E6CCA91}" srcOrd="0" destOrd="0" presId="urn:microsoft.com/office/officeart/2005/8/layout/hierarchy1"/>
    <dgm:cxn modelId="{4B8E80EE-022E-4A70-B499-BCC2F41E1348}" srcId="{767B4C81-FF93-498F-83BB-21014BC84076}" destId="{9EC5D466-6F67-4405-8FF3-02A4B1559E38}" srcOrd="0" destOrd="0" parTransId="{249CCC3C-45ED-494E-8FB2-5B6D3B2C91EE}" sibTransId="{D44B1BDE-DAFE-4690-97D1-1695D0D55C9A}"/>
    <dgm:cxn modelId="{625217E5-C7E5-4F15-9582-003FA4AA8630}" type="presParOf" srcId="{B2006B84-3546-45D2-8AA5-398E981A2045}" destId="{516F44DA-DF3D-4A85-96F1-FA2F5AEECC6D}" srcOrd="0" destOrd="0" presId="urn:microsoft.com/office/officeart/2005/8/layout/hierarchy1"/>
    <dgm:cxn modelId="{EFCD4EF9-81A5-4430-94B9-1863EABAC2A6}" type="presParOf" srcId="{516F44DA-DF3D-4A85-96F1-FA2F5AEECC6D}" destId="{F7103A23-31B5-4FC4-9BA4-1B0F7DF97876}" srcOrd="0" destOrd="0" presId="urn:microsoft.com/office/officeart/2005/8/layout/hierarchy1"/>
    <dgm:cxn modelId="{1525F39E-AF96-41A4-A017-0AAC6E0F0B53}" type="presParOf" srcId="{F7103A23-31B5-4FC4-9BA4-1B0F7DF97876}" destId="{D2647A62-2587-4CDD-94D3-D30B98D75C04}" srcOrd="0" destOrd="0" presId="urn:microsoft.com/office/officeart/2005/8/layout/hierarchy1"/>
    <dgm:cxn modelId="{8A04F211-EDE1-4B10-8797-B85CBC529B6C}" type="presParOf" srcId="{F7103A23-31B5-4FC4-9BA4-1B0F7DF97876}" destId="{A46A08DF-1B3A-4938-A9F2-134C5BDE142E}" srcOrd="1" destOrd="0" presId="urn:microsoft.com/office/officeart/2005/8/layout/hierarchy1"/>
    <dgm:cxn modelId="{4779E6D3-9AD2-4F42-B824-9B732DDA51CF}" type="presParOf" srcId="{516F44DA-DF3D-4A85-96F1-FA2F5AEECC6D}" destId="{AE623473-6B56-4868-BD19-5AE1CADE27A1}" srcOrd="1" destOrd="0" presId="urn:microsoft.com/office/officeart/2005/8/layout/hierarchy1"/>
    <dgm:cxn modelId="{C3E552DB-1FC6-4AF4-BF83-691660FB3E5E}" type="presParOf" srcId="{B2006B84-3546-45D2-8AA5-398E981A2045}" destId="{92F83FB1-F3EE-4229-93E1-51E32CC28C04}" srcOrd="1" destOrd="0" presId="urn:microsoft.com/office/officeart/2005/8/layout/hierarchy1"/>
    <dgm:cxn modelId="{C476D489-7279-47AD-BA43-F9BA049943B8}" type="presParOf" srcId="{92F83FB1-F3EE-4229-93E1-51E32CC28C04}" destId="{8E24FAB8-2591-414D-B44B-E3A333981F86}" srcOrd="0" destOrd="0" presId="urn:microsoft.com/office/officeart/2005/8/layout/hierarchy1"/>
    <dgm:cxn modelId="{E14C3750-2906-4876-A33D-C81D71EBB453}" type="presParOf" srcId="{8E24FAB8-2591-414D-B44B-E3A333981F86}" destId="{8837679D-F46A-4E85-9FF3-7B58AB4BB6DE}" srcOrd="0" destOrd="0" presId="urn:microsoft.com/office/officeart/2005/8/layout/hierarchy1"/>
    <dgm:cxn modelId="{E9A1E674-193D-46DC-BC48-8CA7A94E09C5}" type="presParOf" srcId="{8E24FAB8-2591-414D-B44B-E3A333981F86}" destId="{01E4E0A0-4BB8-45DE-899F-0D7251573BDE}" srcOrd="1" destOrd="0" presId="urn:microsoft.com/office/officeart/2005/8/layout/hierarchy1"/>
    <dgm:cxn modelId="{8159902C-8AE1-4043-88F9-394BD39A516A}" type="presParOf" srcId="{92F83FB1-F3EE-4229-93E1-51E32CC28C04}" destId="{C16B88A4-4DAE-474A-9BF9-4E1854983EF4}" srcOrd="1" destOrd="0" presId="urn:microsoft.com/office/officeart/2005/8/layout/hierarchy1"/>
    <dgm:cxn modelId="{16C49F12-DAB9-4D50-B669-ACC835CE0CAE}" type="presParOf" srcId="{B2006B84-3546-45D2-8AA5-398E981A2045}" destId="{7CCEF3D4-FEE9-4B1D-B3EA-5120E2476AA9}" srcOrd="2" destOrd="0" presId="urn:microsoft.com/office/officeart/2005/8/layout/hierarchy1"/>
    <dgm:cxn modelId="{2FB31379-CBC7-4C61-B272-77AF888F7304}" type="presParOf" srcId="{7CCEF3D4-FEE9-4B1D-B3EA-5120E2476AA9}" destId="{E3F04BF8-DB6C-4682-A358-8639CDFACAFA}" srcOrd="0" destOrd="0" presId="urn:microsoft.com/office/officeart/2005/8/layout/hierarchy1"/>
    <dgm:cxn modelId="{2E96326A-E004-4C88-A690-39A2E3D5CF74}" type="presParOf" srcId="{E3F04BF8-DB6C-4682-A358-8639CDFACAFA}" destId="{1774A6E2-DBDF-4691-B2F6-CEE3B0C27EE6}" srcOrd="0" destOrd="0" presId="urn:microsoft.com/office/officeart/2005/8/layout/hierarchy1"/>
    <dgm:cxn modelId="{198363A3-3C0E-4B6A-AA12-307D836DCEE7}" type="presParOf" srcId="{E3F04BF8-DB6C-4682-A358-8639CDFACAFA}" destId="{8282332D-7623-4E68-9CAB-50A09E6CCA91}" srcOrd="1" destOrd="0" presId="urn:microsoft.com/office/officeart/2005/8/layout/hierarchy1"/>
    <dgm:cxn modelId="{443C989A-B72C-4F6B-AC62-2A5A069B6839}" type="presParOf" srcId="{7CCEF3D4-FEE9-4B1D-B3EA-5120E2476AA9}" destId="{DF1D4AAB-5B2A-4BFE-B410-23E193F92A9A}" srcOrd="1" destOrd="0" presId="urn:microsoft.com/office/officeart/2005/8/layout/hierarchy1"/>
    <dgm:cxn modelId="{0A37AF37-1E94-40A8-A4A5-9928100EFC03}" type="presParOf" srcId="{B2006B84-3546-45D2-8AA5-398E981A2045}" destId="{5B27343F-2906-4A62-BA1E-68401F21542C}" srcOrd="3" destOrd="0" presId="urn:microsoft.com/office/officeart/2005/8/layout/hierarchy1"/>
    <dgm:cxn modelId="{7CD267AD-F103-4F7F-B8AB-99843A60618E}" type="presParOf" srcId="{5B27343F-2906-4A62-BA1E-68401F21542C}" destId="{2F32635E-D75B-4DDD-B9DE-736A3CABFA1D}" srcOrd="0" destOrd="0" presId="urn:microsoft.com/office/officeart/2005/8/layout/hierarchy1"/>
    <dgm:cxn modelId="{EC70B0E4-A5FA-4786-A8AB-CCC3A37D9BD7}" type="presParOf" srcId="{2F32635E-D75B-4DDD-B9DE-736A3CABFA1D}" destId="{AD802500-1AE6-449F-AA91-84EC25AACBFC}" srcOrd="0" destOrd="0" presId="urn:microsoft.com/office/officeart/2005/8/layout/hierarchy1"/>
    <dgm:cxn modelId="{1262DAC9-E793-4848-9727-760971D6FA69}" type="presParOf" srcId="{2F32635E-D75B-4DDD-B9DE-736A3CABFA1D}" destId="{3C6E35C9-33FC-4B1B-84F3-679FF3DAF719}" srcOrd="1" destOrd="0" presId="urn:microsoft.com/office/officeart/2005/8/layout/hierarchy1"/>
    <dgm:cxn modelId="{53A0C121-D683-4B6D-824F-CAEF3B127BE9}" type="presParOf" srcId="{5B27343F-2906-4A62-BA1E-68401F21542C}" destId="{F75EB289-4D30-45BB-851F-AE47220CF2D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647A62-2587-4CDD-94D3-D30B98D75C04}">
      <dsp:nvSpPr>
        <dsp:cNvPr id="0" name=""/>
        <dsp:cNvSpPr/>
      </dsp:nvSpPr>
      <dsp:spPr>
        <a:xfrm>
          <a:off x="3201" y="998291"/>
          <a:ext cx="2285879" cy="1451533"/>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A46A08DF-1B3A-4938-A9F2-134C5BDE142E}">
      <dsp:nvSpPr>
        <dsp:cNvPr id="0" name=""/>
        <dsp:cNvSpPr/>
      </dsp:nvSpPr>
      <dsp:spPr>
        <a:xfrm>
          <a:off x="257188" y="1239579"/>
          <a:ext cx="2285879" cy="1451533"/>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kern="1200">
              <a:latin typeface="Arial"/>
              <a:ea typeface="+mn-ea"/>
              <a:cs typeface="+mn-cs"/>
            </a:rPr>
            <a:t>• Our system helps manage student data easily. </a:t>
          </a:r>
        </a:p>
      </dsp:txBody>
      <dsp:txXfrm>
        <a:off x="299702" y="1282093"/>
        <a:ext cx="2200851" cy="1366505"/>
      </dsp:txXfrm>
    </dsp:sp>
    <dsp:sp modelId="{8837679D-F46A-4E85-9FF3-7B58AB4BB6DE}">
      <dsp:nvSpPr>
        <dsp:cNvPr id="0" name=""/>
        <dsp:cNvSpPr/>
      </dsp:nvSpPr>
      <dsp:spPr>
        <a:xfrm>
          <a:off x="2797054" y="998291"/>
          <a:ext cx="2285879" cy="1451533"/>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01E4E0A0-4BB8-45DE-899F-0D7251573BDE}">
      <dsp:nvSpPr>
        <dsp:cNvPr id="0" name=""/>
        <dsp:cNvSpPr/>
      </dsp:nvSpPr>
      <dsp:spPr>
        <a:xfrm>
          <a:off x="3051041" y="1239579"/>
          <a:ext cx="2285879" cy="1451533"/>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ea typeface="+mn-ea"/>
              <a:cs typeface="+mn-cs"/>
            </a:rPr>
            <a:t>• It reduces manual work and paperwork. </a:t>
          </a:r>
        </a:p>
      </dsp:txBody>
      <dsp:txXfrm>
        <a:off x="3093555" y="1282093"/>
        <a:ext cx="2200851" cy="1366505"/>
      </dsp:txXfrm>
    </dsp:sp>
    <dsp:sp modelId="{1774A6E2-DBDF-4691-B2F6-CEE3B0C27EE6}">
      <dsp:nvSpPr>
        <dsp:cNvPr id="0" name=""/>
        <dsp:cNvSpPr/>
      </dsp:nvSpPr>
      <dsp:spPr>
        <a:xfrm>
          <a:off x="5590907" y="998291"/>
          <a:ext cx="2285879" cy="1451533"/>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8282332D-7623-4E68-9CAB-50A09E6CCA91}">
      <dsp:nvSpPr>
        <dsp:cNvPr id="0" name=""/>
        <dsp:cNvSpPr/>
      </dsp:nvSpPr>
      <dsp:spPr>
        <a:xfrm>
          <a:off x="5844894" y="1239579"/>
          <a:ext cx="2285879" cy="1451533"/>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ea typeface="+mn-ea"/>
              <a:cs typeface="+mn-cs"/>
            </a:rPr>
            <a:t>• Users can get quick and accurate updates. </a:t>
          </a:r>
        </a:p>
      </dsp:txBody>
      <dsp:txXfrm>
        <a:off x="5887408" y="1282093"/>
        <a:ext cx="2200851" cy="1366505"/>
      </dsp:txXfrm>
    </dsp:sp>
    <dsp:sp modelId="{AD802500-1AE6-449F-AA91-84EC25AACBFC}">
      <dsp:nvSpPr>
        <dsp:cNvPr id="0" name=""/>
        <dsp:cNvSpPr/>
      </dsp:nvSpPr>
      <dsp:spPr>
        <a:xfrm>
          <a:off x="8384760" y="998291"/>
          <a:ext cx="2285879" cy="1451533"/>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3C6E35C9-33FC-4B1B-84F3-679FF3DAF719}">
      <dsp:nvSpPr>
        <dsp:cNvPr id="0" name=""/>
        <dsp:cNvSpPr/>
      </dsp:nvSpPr>
      <dsp:spPr>
        <a:xfrm>
          <a:off x="8638747" y="1239579"/>
          <a:ext cx="2285879" cy="1451533"/>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ea typeface="+mn-ea"/>
              <a:cs typeface="+mn-cs"/>
            </a:rPr>
            <a:t>• Next, let’s see an introduction to the system.</a:t>
          </a:r>
        </a:p>
      </dsp:txBody>
      <dsp:txXfrm>
        <a:off x="8681261" y="1282093"/>
        <a:ext cx="2200851" cy="136650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dirty="0"/>
              <a:t>10/28/2025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710636931"/>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FigureOut">
              <a:rPr lang="en-US" dirty="0"/>
              <a:t>10/28/2025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590594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FigureOut">
              <a:rPr lang="en-US" dirty="0"/>
              <a:t>10/28/2025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868173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FigureOut">
              <a:rPr lang="en-US" dirty="0"/>
              <a:t>10/28/2025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871659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FigureOut">
              <a:rPr lang="en-US" dirty="0"/>
              <a:t>10/28/2025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652098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FigureOut">
              <a:rPr lang="en-US" dirty="0"/>
              <a:t>10/28/2025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567346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FigureOut">
              <a:rPr lang="en-US" dirty="0"/>
              <a:t>10/28/2025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516823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FigureOut">
              <a:rPr lang="en-US" dirty="0"/>
              <a:t>10/28/2025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529518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p:nvPr>
        </p:nvSpPr>
        <p:spPr>
          <a:xfrm>
            <a:off x="5063319" y="657103"/>
            <a:ext cx="6483687" cy="555590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FigureOut">
              <a:rPr lang="en-US" dirty="0"/>
              <a:t>10/28/2025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338470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FigureOut">
              <a:rPr lang="en-US" dirty="0"/>
              <a:t>10/28/2025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891182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FigureOut">
              <a:rPr lang="en-US" dirty="0"/>
              <a:t>10/28/2025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898193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3A332BE1-279E-4118-9FE3-7952B079A510}" type="datetimeFigureOut">
              <a:rPr lang="en-US" dirty="0"/>
              <a:t>10/28/2025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dirty="0"/>
              <a:t>‹#›</a:t>
            </a:fld>
            <a:endParaRPr lang="en-US"/>
          </a:p>
        </p:txBody>
      </p:sp>
    </p:spTree>
    <p:extLst>
      <p:ext uri="{BB962C8B-B14F-4D97-AF65-F5344CB8AC3E}">
        <p14:creationId xmlns:p14="http://schemas.microsoft.com/office/powerpoint/2010/main" val="106613703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4E3ED31-CA51-9BF5-94AE-0D0C7D47CBBC}"/>
              </a:ext>
            </a:extLst>
          </p:cNvPr>
          <p:cNvSpPr txBox="1"/>
          <p:nvPr/>
        </p:nvSpPr>
        <p:spPr>
          <a:xfrm>
            <a:off x="645067" y="2009014"/>
            <a:ext cx="4282984" cy="3511943"/>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Aft>
                <a:spcPts val="600"/>
              </a:spcAft>
            </a:pPr>
            <a:r>
              <a:rPr lang="en-US" sz="2400" b="1">
                <a:latin typeface="Arial"/>
                <a:cs typeface="Arial"/>
              </a:rPr>
              <a:t>PRESENTED BY</a:t>
            </a:r>
            <a:endParaRPr lang="en-US">
              <a:latin typeface="Arial"/>
              <a:cs typeface="Arial"/>
            </a:endParaRPr>
          </a:p>
          <a:p>
            <a:pPr>
              <a:lnSpc>
                <a:spcPct val="90000"/>
              </a:lnSpc>
              <a:spcAft>
                <a:spcPts val="600"/>
              </a:spcAft>
            </a:pPr>
            <a:r>
              <a:rPr lang="en-US" sz="2400">
                <a:latin typeface="Arial"/>
                <a:cs typeface="Arial"/>
              </a:rPr>
              <a:t>Name: Israt Jahan Eva </a:t>
            </a:r>
          </a:p>
          <a:p>
            <a:pPr>
              <a:lnSpc>
                <a:spcPct val="90000"/>
              </a:lnSpc>
              <a:spcAft>
                <a:spcPts val="600"/>
              </a:spcAft>
            </a:pPr>
            <a:r>
              <a:rPr lang="en-US" sz="2400">
                <a:latin typeface="Arial"/>
                <a:cs typeface="Arial"/>
              </a:rPr>
              <a:t>Id: 20232006010</a:t>
            </a:r>
          </a:p>
          <a:p>
            <a:pPr>
              <a:lnSpc>
                <a:spcPct val="90000"/>
              </a:lnSpc>
              <a:spcAft>
                <a:spcPts val="600"/>
              </a:spcAft>
            </a:pPr>
            <a:r>
              <a:rPr lang="en-US" sz="2400">
                <a:latin typeface="Arial"/>
                <a:cs typeface="Arial"/>
              </a:rPr>
              <a:t>Name: Amena Akter </a:t>
            </a:r>
          </a:p>
          <a:p>
            <a:pPr>
              <a:lnSpc>
                <a:spcPct val="90000"/>
              </a:lnSpc>
              <a:spcAft>
                <a:spcPts val="600"/>
              </a:spcAft>
            </a:pPr>
            <a:r>
              <a:rPr lang="en-US" sz="2400">
                <a:latin typeface="Arial"/>
                <a:cs typeface="Arial"/>
              </a:rPr>
              <a:t>Id: 20232008010</a:t>
            </a:r>
          </a:p>
          <a:p>
            <a:pPr>
              <a:lnSpc>
                <a:spcPct val="90000"/>
              </a:lnSpc>
              <a:spcAft>
                <a:spcPts val="600"/>
              </a:spcAft>
            </a:pPr>
            <a:r>
              <a:rPr lang="en-US" sz="2400">
                <a:latin typeface="Arial"/>
                <a:cs typeface="Arial"/>
              </a:rPr>
              <a:t>Name : Eshita Akter </a:t>
            </a:r>
          </a:p>
          <a:p>
            <a:pPr>
              <a:lnSpc>
                <a:spcPct val="90000"/>
              </a:lnSpc>
              <a:spcAft>
                <a:spcPts val="600"/>
              </a:spcAft>
            </a:pPr>
            <a:r>
              <a:rPr lang="en-US" sz="2400">
                <a:latin typeface="Arial"/>
                <a:cs typeface="Arial"/>
              </a:rPr>
              <a:t>Id: 20232013010</a:t>
            </a:r>
          </a:p>
          <a:p>
            <a:pPr algn="ctr">
              <a:lnSpc>
                <a:spcPct val="90000"/>
              </a:lnSpc>
              <a:spcAft>
                <a:spcPts val="600"/>
              </a:spcAft>
            </a:pPr>
            <a:endParaRPr lang="en-US" sz="2400"/>
          </a:p>
        </p:txBody>
      </p:sp>
      <p:pic>
        <p:nvPicPr>
          <p:cNvPr id="4" name="Picture 3" descr="A logo for a university&#10;&#10;AI-generated content may be incorrect.">
            <a:extLst>
              <a:ext uri="{FF2B5EF4-FFF2-40B4-BE49-F238E27FC236}">
                <a16:creationId xmlns:a16="http://schemas.microsoft.com/office/drawing/2014/main" id="{1F610AE7-4CCD-A594-86AF-E54202A8EC2B}"/>
              </a:ext>
            </a:extLst>
          </p:cNvPr>
          <p:cNvPicPr>
            <a:picLocks noChangeAspect="1"/>
          </p:cNvPicPr>
          <p:nvPr/>
        </p:nvPicPr>
        <p:blipFill>
          <a:blip r:embed="rId2"/>
          <a:srcRect l="3346" t="4074" r="372" b="-370"/>
          <a:stretch>
            <a:fillRect/>
          </a:stretch>
        </p:blipFill>
        <p:spPr>
          <a:xfrm>
            <a:off x="7311470" y="1362252"/>
            <a:ext cx="3039864" cy="3051425"/>
          </a:xfrm>
          <a:prstGeom prst="rect">
            <a:avLst/>
          </a:prstGeom>
        </p:spPr>
      </p:pic>
      <p:sp>
        <p:nvSpPr>
          <p:cNvPr id="2" name="TextBox 1">
            <a:extLst>
              <a:ext uri="{FF2B5EF4-FFF2-40B4-BE49-F238E27FC236}">
                <a16:creationId xmlns:a16="http://schemas.microsoft.com/office/drawing/2014/main" id="{8EF3AD15-B094-8629-ECA9-A3D9D71B8857}"/>
              </a:ext>
            </a:extLst>
          </p:cNvPr>
          <p:cNvSpPr txBox="1"/>
          <p:nvPr/>
        </p:nvSpPr>
        <p:spPr>
          <a:xfrm>
            <a:off x="645067" y="661710"/>
            <a:ext cx="6270810" cy="1358466"/>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Aft>
                <a:spcPts val="600"/>
              </a:spcAft>
            </a:pPr>
            <a:r>
              <a:rPr lang="en-US" sz="2400" b="1">
                <a:latin typeface="Arial"/>
                <a:cs typeface="Arial"/>
              </a:rPr>
              <a:t>PRESENTATION ON :</a:t>
            </a:r>
          </a:p>
          <a:p>
            <a:pPr>
              <a:lnSpc>
                <a:spcPct val="90000"/>
              </a:lnSpc>
              <a:spcAft>
                <a:spcPts val="600"/>
              </a:spcAft>
            </a:pPr>
            <a:r>
              <a:rPr lang="en-US" sz="2400">
                <a:latin typeface="Arial"/>
                <a:cs typeface="Arial"/>
              </a:rPr>
              <a:t>STUDENT MANAGEMENT SYSTEM</a:t>
            </a:r>
          </a:p>
        </p:txBody>
      </p:sp>
      <p:sp>
        <p:nvSpPr>
          <p:cNvPr id="6" name="TextBox 5">
            <a:extLst>
              <a:ext uri="{FF2B5EF4-FFF2-40B4-BE49-F238E27FC236}">
                <a16:creationId xmlns:a16="http://schemas.microsoft.com/office/drawing/2014/main" id="{C2EC6B09-95E7-7D27-413A-6DE834CEA512}"/>
              </a:ext>
            </a:extLst>
          </p:cNvPr>
          <p:cNvSpPr txBox="1"/>
          <p:nvPr/>
        </p:nvSpPr>
        <p:spPr>
          <a:xfrm>
            <a:off x="11586227" y="6244205"/>
            <a:ext cx="29154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1</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2" name="Rectangle 151">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7DCCE47B-4CF7-A1B3-A4AB-9E98E0FB74C5}"/>
              </a:ext>
            </a:extLst>
          </p:cNvPr>
          <p:cNvSpPr txBox="1"/>
          <p:nvPr/>
        </p:nvSpPr>
        <p:spPr>
          <a:xfrm>
            <a:off x="3050011" y="1057522"/>
            <a:ext cx="5754696" cy="183734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gn="ctr">
              <a:lnSpc>
                <a:spcPct val="90000"/>
              </a:lnSpc>
              <a:spcBef>
                <a:spcPct val="0"/>
              </a:spcBef>
              <a:spcAft>
                <a:spcPts val="600"/>
              </a:spcAft>
            </a:pPr>
            <a:r>
              <a:rPr lang="en-US" sz="4000">
                <a:solidFill>
                  <a:schemeClr val="tx2"/>
                </a:solidFill>
                <a:latin typeface="+mj-lt"/>
                <a:ea typeface="+mj-ea"/>
                <a:cs typeface="+mj-cs"/>
              </a:rPr>
              <a:t>Introduction</a:t>
            </a:r>
          </a:p>
        </p:txBody>
      </p:sp>
      <p:grpSp>
        <p:nvGrpSpPr>
          <p:cNvPr id="153" name="Group 152">
            <a:extLst>
              <a:ext uri="{FF2B5EF4-FFF2-40B4-BE49-F238E27FC236}">
                <a16:creationId xmlns:a16="http://schemas.microsoft.com/office/drawing/2014/main" id="{05545017-2445-4AB3-95A6-48F17C80261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86" name="Freeform: Shape 85">
              <a:extLst>
                <a:ext uri="{FF2B5EF4-FFF2-40B4-BE49-F238E27FC236}">
                  <a16:creationId xmlns:a16="http://schemas.microsoft.com/office/drawing/2014/main" id="{F3B5D580-007D-4215-A10B-C8CF12EE02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Freeform: Shape 153">
              <a:extLst>
                <a:ext uri="{FF2B5EF4-FFF2-40B4-BE49-F238E27FC236}">
                  <a16:creationId xmlns:a16="http://schemas.microsoft.com/office/drawing/2014/main" id="{24228C19-035F-4E8E-BAFD-56EC684B6F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Shape 87">
              <a:extLst>
                <a:ext uri="{FF2B5EF4-FFF2-40B4-BE49-F238E27FC236}">
                  <a16:creationId xmlns:a16="http://schemas.microsoft.com/office/drawing/2014/main" id="{C10D7C81-A1BE-4720-A66D-AEF9A11A54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Freeform: Shape 154">
              <a:extLst>
                <a:ext uri="{FF2B5EF4-FFF2-40B4-BE49-F238E27FC236}">
                  <a16:creationId xmlns:a16="http://schemas.microsoft.com/office/drawing/2014/main" id="{1BF18FEE-BE44-4F4A-AA4E-EC795CB0B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8" name="TextBox 77">
            <a:extLst>
              <a:ext uri="{FF2B5EF4-FFF2-40B4-BE49-F238E27FC236}">
                <a16:creationId xmlns:a16="http://schemas.microsoft.com/office/drawing/2014/main" id="{28763DD7-07B2-C09A-49BC-4B5E86A7C934}"/>
              </a:ext>
            </a:extLst>
          </p:cNvPr>
          <p:cNvSpPr txBox="1"/>
          <p:nvPr/>
        </p:nvSpPr>
        <p:spPr>
          <a:xfrm>
            <a:off x="2730154" y="2636988"/>
            <a:ext cx="6913455" cy="2397735"/>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gn="ctr">
              <a:lnSpc>
                <a:spcPct val="90000"/>
              </a:lnSpc>
              <a:spcAft>
                <a:spcPts val="600"/>
              </a:spcAft>
            </a:pPr>
            <a:r>
              <a:rPr lang="en-US" sz="2400">
                <a:solidFill>
                  <a:schemeClr val="tx2"/>
                </a:solidFill>
                <a:latin typeface="Arial"/>
                <a:ea typeface="+mn-lt"/>
                <a:cs typeface="+mn-lt"/>
              </a:rPr>
              <a:t>The Student Management System application is a digital tool made to make university work easier. It helps manage students, exams, subjects, and notices in one place with a simple, user-friendly design. It saves time and keeps everything organized.</a:t>
            </a:r>
            <a:endParaRPr lang="en-US" sz="2400">
              <a:solidFill>
                <a:schemeClr val="tx2"/>
              </a:solidFill>
              <a:latin typeface="Arial"/>
              <a:cs typeface="Arial"/>
            </a:endParaRPr>
          </a:p>
        </p:txBody>
      </p:sp>
      <p:grpSp>
        <p:nvGrpSpPr>
          <p:cNvPr id="156" name="Group 155">
            <a:extLst>
              <a:ext uri="{FF2B5EF4-FFF2-40B4-BE49-F238E27FC236}">
                <a16:creationId xmlns:a16="http://schemas.microsoft.com/office/drawing/2014/main" id="{06B7259D-F2AD-42FE-B984-6D1D74321C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4" y="3658536"/>
            <a:ext cx="3655725" cy="2743201"/>
            <a:chOff x="-305" y="-1"/>
            <a:chExt cx="3832880" cy="2876136"/>
          </a:xfrm>
        </p:grpSpPr>
        <p:sp>
          <p:nvSpPr>
            <p:cNvPr id="92" name="Freeform: Shape 91">
              <a:extLst>
                <a:ext uri="{FF2B5EF4-FFF2-40B4-BE49-F238E27FC236}">
                  <a16:creationId xmlns:a16="http://schemas.microsoft.com/office/drawing/2014/main" id="{9E5C38C6-2516-45D1-ADFC-3F59F8E34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Freeform: Shape 156">
              <a:extLst>
                <a:ext uri="{FF2B5EF4-FFF2-40B4-BE49-F238E27FC236}">
                  <a16:creationId xmlns:a16="http://schemas.microsoft.com/office/drawing/2014/main" id="{6C274C95-E7A7-401D-A8F5-FFF5EB9291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Freeform: Shape 157">
              <a:extLst>
                <a:ext uri="{FF2B5EF4-FFF2-40B4-BE49-F238E27FC236}">
                  <a16:creationId xmlns:a16="http://schemas.microsoft.com/office/drawing/2014/main" id="{61D598C3-55D0-44FB-8766-A89B34B317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Freeform: Shape 158">
              <a:extLst>
                <a:ext uri="{FF2B5EF4-FFF2-40B4-BE49-F238E27FC236}">
                  <a16:creationId xmlns:a16="http://schemas.microsoft.com/office/drawing/2014/main" id="{39EBC5C7-E54F-42F3-93F0-75AAC99FF9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Box 2">
            <a:extLst>
              <a:ext uri="{FF2B5EF4-FFF2-40B4-BE49-F238E27FC236}">
                <a16:creationId xmlns:a16="http://schemas.microsoft.com/office/drawing/2014/main" id="{479A5421-7CC3-05F5-819E-46B689E117A5}"/>
              </a:ext>
            </a:extLst>
          </p:cNvPr>
          <p:cNvSpPr txBox="1"/>
          <p:nvPr/>
        </p:nvSpPr>
        <p:spPr>
          <a:xfrm>
            <a:off x="11586227" y="6244205"/>
            <a:ext cx="29154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2</a:t>
            </a:r>
          </a:p>
        </p:txBody>
      </p:sp>
    </p:spTree>
    <p:extLst>
      <p:ext uri="{BB962C8B-B14F-4D97-AF65-F5344CB8AC3E}">
        <p14:creationId xmlns:p14="http://schemas.microsoft.com/office/powerpoint/2010/main" val="4218323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60FC7D-75CD-064C-5128-BF1D5D540733}"/>
            </a:ext>
          </a:extLst>
        </p:cNvPr>
        <p:cNvGrpSpPr/>
        <p:nvPr/>
      </p:nvGrpSpPr>
      <p:grpSpPr>
        <a:xfrm>
          <a:off x="0" y="0"/>
          <a:ext cx="0" cy="0"/>
          <a:chOff x="0" y="0"/>
          <a:chExt cx="0" cy="0"/>
        </a:xfrm>
      </p:grpSpPr>
      <p:sp useBgFill="1">
        <p:nvSpPr>
          <p:cNvPr id="189" name="Rectangle 188">
            <a:extLst>
              <a:ext uri="{FF2B5EF4-FFF2-40B4-BE49-F238E27FC236}">
                <a16:creationId xmlns:a16="http://schemas.microsoft.com/office/drawing/2014/main" id="{195248ED-442E-A454-110C-8EB0090371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07D9841B-B093-ABDC-2FE8-09D524164D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75A9B56B-475E-520B-240E-3159D91FB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604130DC-BB7F-B362-A5A7-8B8A5AE099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18DF43C7-9681-D37C-E3AD-2671B7BE921C}"/>
              </a:ext>
            </a:extLst>
          </p:cNvPr>
          <p:cNvSpPr txBox="1"/>
          <p:nvPr/>
        </p:nvSpPr>
        <p:spPr>
          <a:xfrm>
            <a:off x="1383564" y="348865"/>
            <a:ext cx="9718111" cy="1576446"/>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Aft>
                <a:spcPts val="600"/>
              </a:spcAft>
            </a:pPr>
            <a:r>
              <a:rPr lang="en-US" sz="4000" kern="1200">
                <a:solidFill>
                  <a:srgbClr val="FFFFFF"/>
                </a:solidFill>
                <a:latin typeface="+mj-lt"/>
                <a:ea typeface="+mj-ea"/>
                <a:cs typeface="+mj-cs"/>
              </a:rPr>
              <a:t>Objective</a:t>
            </a:r>
            <a:endParaRPr lang="en-US">
              <a:ea typeface="+mj-ea"/>
              <a:cs typeface="+mj-cs"/>
            </a:endParaRPr>
          </a:p>
        </p:txBody>
      </p:sp>
      <p:graphicFrame>
        <p:nvGraphicFramePr>
          <p:cNvPr id="161" name="TextBox 77">
            <a:extLst>
              <a:ext uri="{FF2B5EF4-FFF2-40B4-BE49-F238E27FC236}">
                <a16:creationId xmlns:a16="http://schemas.microsoft.com/office/drawing/2014/main" id="{1B24F415-3138-2986-207F-4D0FFC28D112}"/>
              </a:ext>
            </a:extLst>
          </p:cNvPr>
          <p:cNvGraphicFramePr/>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5" name="TextBox 114">
            <a:extLst>
              <a:ext uri="{FF2B5EF4-FFF2-40B4-BE49-F238E27FC236}">
                <a16:creationId xmlns:a16="http://schemas.microsoft.com/office/drawing/2014/main" id="{FEB823F8-0E82-D78F-C18F-BFB7C6E91F31}"/>
              </a:ext>
            </a:extLst>
          </p:cNvPr>
          <p:cNvSpPr txBox="1"/>
          <p:nvPr/>
        </p:nvSpPr>
        <p:spPr>
          <a:xfrm>
            <a:off x="11586227" y="6244205"/>
            <a:ext cx="29154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3</a:t>
            </a:r>
          </a:p>
        </p:txBody>
      </p:sp>
    </p:spTree>
    <p:extLst>
      <p:ext uri="{BB962C8B-B14F-4D97-AF65-F5344CB8AC3E}">
        <p14:creationId xmlns:p14="http://schemas.microsoft.com/office/powerpoint/2010/main" val="63552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A white text on an orange background&#10;&#10;AI-generated content may be incorrect.">
            <a:extLst>
              <a:ext uri="{FF2B5EF4-FFF2-40B4-BE49-F238E27FC236}">
                <a16:creationId xmlns:a16="http://schemas.microsoft.com/office/drawing/2014/main" id="{7C4F104A-3F68-893A-A14D-1C67F9B7E135}"/>
              </a:ext>
            </a:extLst>
          </p:cNvPr>
          <p:cNvPicPr>
            <a:picLocks noChangeAspect="1"/>
          </p:cNvPicPr>
          <p:nvPr/>
        </p:nvPicPr>
        <p:blipFill>
          <a:blip r:embed="rId2"/>
          <a:srcRect l="20901" r="24348" b="-3"/>
          <a:stretch>
            <a:fillRect/>
          </a:stretch>
        </p:blipFill>
        <p:spPr>
          <a:xfrm>
            <a:off x="8085980" y="3427806"/>
            <a:ext cx="1987357" cy="1872107"/>
          </a:xfrm>
          <a:custGeom>
            <a:avLst/>
            <a:gdLst/>
            <a:ahLst/>
            <a:cxnLst/>
            <a:rect l="l" t="t" r="r" b="b"/>
            <a:pathLst>
              <a:path w="2452978" h="2452978">
                <a:moveTo>
                  <a:pt x="1226489" y="0"/>
                </a:moveTo>
                <a:cubicBezTo>
                  <a:pt x="1903860" y="0"/>
                  <a:pt x="2452978" y="549118"/>
                  <a:pt x="2452978" y="1226489"/>
                </a:cubicBezTo>
                <a:cubicBezTo>
                  <a:pt x="2452978" y="1903860"/>
                  <a:pt x="1903860" y="2452978"/>
                  <a:pt x="1226489" y="2452978"/>
                </a:cubicBezTo>
                <a:cubicBezTo>
                  <a:pt x="549118" y="2452978"/>
                  <a:pt x="0" y="1903860"/>
                  <a:pt x="0" y="1226489"/>
                </a:cubicBezTo>
                <a:cubicBezTo>
                  <a:pt x="0" y="549118"/>
                  <a:pt x="549118" y="0"/>
                  <a:pt x="1226489" y="0"/>
                </a:cubicBezTo>
                <a:close/>
              </a:path>
            </a:pathLst>
          </a:custGeom>
        </p:spPr>
      </p:pic>
      <p:sp>
        <p:nvSpPr>
          <p:cNvPr id="4" name="Oval 3">
            <a:extLst>
              <a:ext uri="{FF2B5EF4-FFF2-40B4-BE49-F238E27FC236}">
                <a16:creationId xmlns:a16="http://schemas.microsoft.com/office/drawing/2014/main" id="{288B5582-B754-0D9D-C599-08416FB1A0F2}"/>
              </a:ext>
            </a:extLst>
          </p:cNvPr>
          <p:cNvSpPr/>
          <p:nvPr/>
        </p:nvSpPr>
        <p:spPr>
          <a:xfrm>
            <a:off x="7762653" y="1157554"/>
            <a:ext cx="1670538" cy="17291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600"/>
              <a:t>CSS</a:t>
            </a:r>
          </a:p>
        </p:txBody>
      </p:sp>
      <p:sp>
        <p:nvSpPr>
          <p:cNvPr id="6" name="Oval 5">
            <a:extLst>
              <a:ext uri="{FF2B5EF4-FFF2-40B4-BE49-F238E27FC236}">
                <a16:creationId xmlns:a16="http://schemas.microsoft.com/office/drawing/2014/main" id="{5DF886EF-6210-35A6-58AD-1A88A0BF8C74}"/>
              </a:ext>
            </a:extLst>
          </p:cNvPr>
          <p:cNvSpPr/>
          <p:nvPr/>
        </p:nvSpPr>
        <p:spPr>
          <a:xfrm>
            <a:off x="9425896" y="2036578"/>
            <a:ext cx="1878582" cy="1677305"/>
          </a:xfrm>
          <a:prstGeom prst="ellipse">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t>JavaScript</a:t>
            </a:r>
          </a:p>
        </p:txBody>
      </p:sp>
      <p:sp>
        <p:nvSpPr>
          <p:cNvPr id="2" name="TextBox 1">
            <a:extLst>
              <a:ext uri="{FF2B5EF4-FFF2-40B4-BE49-F238E27FC236}">
                <a16:creationId xmlns:a16="http://schemas.microsoft.com/office/drawing/2014/main" id="{0CC71B08-4232-A50A-D56E-32CF00094479}"/>
              </a:ext>
            </a:extLst>
          </p:cNvPr>
          <p:cNvSpPr txBox="1"/>
          <p:nvPr/>
        </p:nvSpPr>
        <p:spPr>
          <a:xfrm>
            <a:off x="743845" y="356113"/>
            <a:ext cx="430968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000">
                <a:latin typeface="Arial"/>
                <a:cs typeface="Arial"/>
              </a:rPr>
              <a:t>Methodology</a:t>
            </a:r>
          </a:p>
        </p:txBody>
      </p:sp>
      <p:sp>
        <p:nvSpPr>
          <p:cNvPr id="9" name="TextBox 8">
            <a:extLst>
              <a:ext uri="{FF2B5EF4-FFF2-40B4-BE49-F238E27FC236}">
                <a16:creationId xmlns:a16="http://schemas.microsoft.com/office/drawing/2014/main" id="{892DDAF4-2C5B-F414-AC63-FEC1C11C97D7}"/>
              </a:ext>
            </a:extLst>
          </p:cNvPr>
          <p:cNvSpPr txBox="1"/>
          <p:nvPr/>
        </p:nvSpPr>
        <p:spPr>
          <a:xfrm>
            <a:off x="742905" y="1143947"/>
            <a:ext cx="6553794" cy="4803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Arial"/>
                <a:ea typeface="+mn-lt"/>
                <a:cs typeface="+mn-lt"/>
              </a:rPr>
              <a:t>System Design:</a:t>
            </a:r>
            <a:r>
              <a:rPr lang="en-US" sz="2400">
                <a:latin typeface="Arial"/>
                <a:ea typeface="+mn-lt"/>
                <a:cs typeface="+mn-lt"/>
              </a:rPr>
              <a:t> The project is divided into modules: Dashboard, Add Student, Add Subject, Exam Schedule, and Notice Board.</a:t>
            </a:r>
          </a:p>
          <a:p>
            <a:r>
              <a:rPr lang="en-US" sz="2400" b="1">
                <a:latin typeface="Arial"/>
                <a:ea typeface="+mn-lt"/>
                <a:cs typeface="+mn-lt"/>
              </a:rPr>
              <a:t>Frontend:</a:t>
            </a:r>
            <a:r>
              <a:rPr lang="en-US" sz="2400">
                <a:latin typeface="Arial"/>
                <a:ea typeface="+mn-lt"/>
                <a:cs typeface="+mn-lt"/>
              </a:rPr>
              <a:t> HTML, CSS, JavaScript, and PHP were used to make a responsive and interactive interface.</a:t>
            </a:r>
          </a:p>
          <a:p>
            <a:r>
              <a:rPr lang="en-US" sz="2400" b="1">
                <a:latin typeface="Arial"/>
                <a:ea typeface="+mn-lt"/>
                <a:cs typeface="+mn-lt"/>
              </a:rPr>
              <a:t>Backend:</a:t>
            </a:r>
            <a:r>
              <a:rPr lang="en-US" sz="2400">
                <a:latin typeface="Arial"/>
                <a:ea typeface="+mn-lt"/>
                <a:cs typeface="+mn-lt"/>
              </a:rPr>
              <a:t> PHP and MySQL (or another backend) manage the database, authentication, and data storage.</a:t>
            </a:r>
          </a:p>
          <a:p>
            <a:r>
              <a:rPr lang="en-US" sz="2400" b="1">
                <a:latin typeface="Arial"/>
                <a:ea typeface="+mn-lt"/>
                <a:cs typeface="+mn-lt"/>
              </a:rPr>
              <a:t>Testing &amp; Deployment:</a:t>
            </a:r>
            <a:r>
              <a:rPr lang="en-US" sz="2400">
                <a:latin typeface="Arial"/>
                <a:ea typeface="+mn-lt"/>
                <a:cs typeface="+mn-lt"/>
              </a:rPr>
              <a:t> Each module was tested separately before joining them to ensure everything works correctly</a:t>
            </a:r>
            <a:endParaRPr lang="en-US" sz="2400">
              <a:latin typeface="Arial"/>
            </a:endParaRPr>
          </a:p>
          <a:p>
            <a:pPr marL="285750" indent="-228600">
              <a:lnSpc>
                <a:spcPct val="90000"/>
              </a:lnSpc>
              <a:spcAft>
                <a:spcPts val="600"/>
              </a:spcAft>
              <a:buFont typeface="Arial,Sans-Serif"/>
              <a:buChar char="•"/>
            </a:pPr>
            <a:endParaRPr lang="en-US" sz="2000">
              <a:latin typeface="Aptos"/>
            </a:endParaRPr>
          </a:p>
        </p:txBody>
      </p:sp>
      <p:sp>
        <p:nvSpPr>
          <p:cNvPr id="5" name="TextBox 4">
            <a:extLst>
              <a:ext uri="{FF2B5EF4-FFF2-40B4-BE49-F238E27FC236}">
                <a16:creationId xmlns:a16="http://schemas.microsoft.com/office/drawing/2014/main" id="{6A8D416F-E03E-2542-4940-742F297CC0AB}"/>
              </a:ext>
            </a:extLst>
          </p:cNvPr>
          <p:cNvSpPr txBox="1"/>
          <p:nvPr/>
        </p:nvSpPr>
        <p:spPr>
          <a:xfrm>
            <a:off x="11586227" y="6244205"/>
            <a:ext cx="29154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4</a:t>
            </a:r>
          </a:p>
        </p:txBody>
      </p:sp>
    </p:spTree>
    <p:extLst>
      <p:ext uri="{BB962C8B-B14F-4D97-AF65-F5344CB8AC3E}">
        <p14:creationId xmlns:p14="http://schemas.microsoft.com/office/powerpoint/2010/main" val="3764792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 name="Rectangle 77">
            <a:extLst>
              <a:ext uri="{FF2B5EF4-FFF2-40B4-BE49-F238E27FC236}">
                <a16:creationId xmlns:a16="http://schemas.microsoft.com/office/drawing/2014/main" id="{B47A3059-69F2-4E12-ACD8-A5FE281919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041F634-3132-7BEB-0AE6-7C518A5E54D5}"/>
              </a:ext>
            </a:extLst>
          </p:cNvPr>
          <p:cNvSpPr txBox="1"/>
          <p:nvPr/>
        </p:nvSpPr>
        <p:spPr>
          <a:xfrm>
            <a:off x="7289219" y="969356"/>
            <a:ext cx="4603001" cy="1087819"/>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Autofit/>
          </a:bodyPr>
          <a:lstStyle/>
          <a:p>
            <a:pPr>
              <a:lnSpc>
                <a:spcPct val="90000"/>
              </a:lnSpc>
              <a:spcBef>
                <a:spcPct val="0"/>
              </a:spcBef>
              <a:spcAft>
                <a:spcPts val="600"/>
              </a:spcAft>
            </a:pPr>
            <a:r>
              <a:rPr lang="en-US" sz="4000">
                <a:latin typeface="Arial"/>
                <a:ea typeface="+mj-ea"/>
                <a:cs typeface="Arial"/>
              </a:rPr>
              <a:t>Home Page (Dashboard)</a:t>
            </a:r>
          </a:p>
        </p:txBody>
      </p:sp>
      <p:pic>
        <p:nvPicPr>
          <p:cNvPr id="4" name="Picture 3" descr="A screen shot of a computer&#10;&#10;AI-generated content may be incorrect.">
            <a:extLst>
              <a:ext uri="{FF2B5EF4-FFF2-40B4-BE49-F238E27FC236}">
                <a16:creationId xmlns:a16="http://schemas.microsoft.com/office/drawing/2014/main" id="{962A5EC2-7DFA-D09E-3689-AD50A97EF8DD}"/>
              </a:ext>
            </a:extLst>
          </p:cNvPr>
          <p:cNvPicPr>
            <a:picLocks noChangeAspect="1"/>
          </p:cNvPicPr>
          <p:nvPr/>
        </p:nvPicPr>
        <p:blipFill>
          <a:blip r:embed="rId2"/>
          <a:srcRect l="-617" t="469" r="-526" b="99"/>
          <a:stretch>
            <a:fillRect/>
          </a:stretch>
        </p:blipFill>
        <p:spPr>
          <a:xfrm>
            <a:off x="377984" y="625683"/>
            <a:ext cx="6634785" cy="5551280"/>
          </a:xfrm>
          <a:prstGeom prst="rect">
            <a:avLst/>
          </a:prstGeom>
        </p:spPr>
      </p:pic>
      <p:sp>
        <p:nvSpPr>
          <p:cNvPr id="79" name="Rectangle 78">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383398"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80" name="Rectangle 79">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55" y="2285541"/>
            <a:ext cx="4526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extBox 1">
            <a:extLst>
              <a:ext uri="{FF2B5EF4-FFF2-40B4-BE49-F238E27FC236}">
                <a16:creationId xmlns:a16="http://schemas.microsoft.com/office/drawing/2014/main" id="{8C64EB1A-F6AF-0B7B-D641-F48C56CB859F}"/>
              </a:ext>
            </a:extLst>
          </p:cNvPr>
          <p:cNvSpPr txBox="1"/>
          <p:nvPr/>
        </p:nvSpPr>
        <p:spPr>
          <a:xfrm>
            <a:off x="7289219" y="2518443"/>
            <a:ext cx="4603001" cy="349286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400">
                <a:latin typeface="Arial"/>
                <a:cs typeface="Arial"/>
              </a:rPr>
              <a:t>•This is the main dashboard of the Share Link application. It serves as the central hub for users, displaying key metrics and navigation options.</a:t>
            </a:r>
          </a:p>
          <a:p>
            <a:pPr indent="-228600">
              <a:lnSpc>
                <a:spcPct val="90000"/>
              </a:lnSpc>
              <a:spcAft>
                <a:spcPts val="600"/>
              </a:spcAft>
              <a:buFont typeface="Arial" panose="020B0604020202020204" pitchFamily="34" charset="0"/>
              <a:buChar char="•"/>
            </a:pPr>
            <a:endParaRPr lang="en-US"/>
          </a:p>
        </p:txBody>
      </p:sp>
      <p:sp>
        <p:nvSpPr>
          <p:cNvPr id="8" name="TextBox 7">
            <a:extLst>
              <a:ext uri="{FF2B5EF4-FFF2-40B4-BE49-F238E27FC236}">
                <a16:creationId xmlns:a16="http://schemas.microsoft.com/office/drawing/2014/main" id="{BE57F6D4-F1F6-888B-E76A-9F8DACB1675B}"/>
              </a:ext>
            </a:extLst>
          </p:cNvPr>
          <p:cNvSpPr txBox="1"/>
          <p:nvPr/>
        </p:nvSpPr>
        <p:spPr>
          <a:xfrm>
            <a:off x="11586227" y="6244205"/>
            <a:ext cx="29154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5</a:t>
            </a:r>
          </a:p>
        </p:txBody>
      </p:sp>
    </p:spTree>
    <p:extLst>
      <p:ext uri="{BB962C8B-B14F-4D97-AF65-F5344CB8AC3E}">
        <p14:creationId xmlns:p14="http://schemas.microsoft.com/office/powerpoint/2010/main" val="2306559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2BB9747-F9BD-D75F-BB65-224F48661C8A}"/>
              </a:ext>
            </a:extLst>
          </p:cNvPr>
          <p:cNvSpPr txBox="1"/>
          <p:nvPr/>
        </p:nvSpPr>
        <p:spPr>
          <a:xfrm>
            <a:off x="411480" y="991443"/>
            <a:ext cx="4443154" cy="1087819"/>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nSpc>
                <a:spcPct val="90000"/>
              </a:lnSpc>
              <a:spcBef>
                <a:spcPct val="0"/>
              </a:spcBef>
              <a:spcAft>
                <a:spcPts val="600"/>
              </a:spcAft>
            </a:pPr>
            <a:r>
              <a:rPr lang="en-US" sz="3400" kern="1200">
                <a:latin typeface="Arial"/>
                <a:ea typeface="+mj-ea"/>
                <a:cs typeface="Arial"/>
              </a:rPr>
              <a:t>Sidebar / Menu</a:t>
            </a:r>
          </a:p>
        </p:txBody>
      </p:sp>
      <p:sp>
        <p:nvSpPr>
          <p:cNvPr id="53" name="Rectangle 52">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extBox 1">
            <a:extLst>
              <a:ext uri="{FF2B5EF4-FFF2-40B4-BE49-F238E27FC236}">
                <a16:creationId xmlns:a16="http://schemas.microsoft.com/office/drawing/2014/main" id="{66614E2C-1FB3-D8AF-1D48-923D399A6D4E}"/>
              </a:ext>
            </a:extLst>
          </p:cNvPr>
          <p:cNvSpPr txBox="1"/>
          <p:nvPr/>
        </p:nvSpPr>
        <p:spPr>
          <a:xfrm>
            <a:off x="411480" y="2684095"/>
            <a:ext cx="4443154" cy="349286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400">
                <a:latin typeface="Arial"/>
                <a:cs typeface="Arial"/>
              </a:rPr>
              <a:t>•The sidebar or menu provides easy navigation to different modules such as Add Student, Exam Schedule, Notice Board, and Add Subject.</a:t>
            </a:r>
          </a:p>
          <a:p>
            <a:pPr indent="-228600">
              <a:lnSpc>
                <a:spcPct val="90000"/>
              </a:lnSpc>
              <a:spcAft>
                <a:spcPts val="600"/>
              </a:spcAft>
              <a:buFont typeface="Arial" panose="020B0604020202020204" pitchFamily="34" charset="0"/>
              <a:buChar char="•"/>
            </a:pPr>
            <a:endParaRPr lang="en-US"/>
          </a:p>
        </p:txBody>
      </p:sp>
      <p:pic>
        <p:nvPicPr>
          <p:cNvPr id="6" name="Picture 5" descr="A screen shot of a computer&#10;&#10;AI-generated content may be incorrect.">
            <a:extLst>
              <a:ext uri="{FF2B5EF4-FFF2-40B4-BE49-F238E27FC236}">
                <a16:creationId xmlns:a16="http://schemas.microsoft.com/office/drawing/2014/main" id="{E0CB4BCF-6BFE-6D5B-BA42-BD3D59DD0865}"/>
              </a:ext>
            </a:extLst>
          </p:cNvPr>
          <p:cNvPicPr>
            <a:picLocks noChangeAspect="1"/>
          </p:cNvPicPr>
          <p:nvPr/>
        </p:nvPicPr>
        <p:blipFill>
          <a:blip r:embed="rId2"/>
          <a:srcRect t="-701" r="231" b="38775"/>
          <a:stretch>
            <a:fillRect/>
          </a:stretch>
        </p:blipFill>
        <p:spPr>
          <a:xfrm>
            <a:off x="5385816" y="1562459"/>
            <a:ext cx="6440424" cy="3677727"/>
          </a:xfrm>
          <a:prstGeom prst="rect">
            <a:avLst/>
          </a:prstGeom>
        </p:spPr>
      </p:pic>
      <p:sp>
        <p:nvSpPr>
          <p:cNvPr id="5" name="TextBox 4">
            <a:extLst>
              <a:ext uri="{FF2B5EF4-FFF2-40B4-BE49-F238E27FC236}">
                <a16:creationId xmlns:a16="http://schemas.microsoft.com/office/drawing/2014/main" id="{68322BEE-7663-87EF-D125-B35D6EE9C99C}"/>
              </a:ext>
            </a:extLst>
          </p:cNvPr>
          <p:cNvSpPr txBox="1"/>
          <p:nvPr/>
        </p:nvSpPr>
        <p:spPr>
          <a:xfrm>
            <a:off x="11586227" y="6244205"/>
            <a:ext cx="29154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6</a:t>
            </a:r>
          </a:p>
        </p:txBody>
      </p:sp>
    </p:spTree>
    <p:extLst>
      <p:ext uri="{BB962C8B-B14F-4D97-AF65-F5344CB8AC3E}">
        <p14:creationId xmlns:p14="http://schemas.microsoft.com/office/powerpoint/2010/main" val="988319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1595A09-E336-4D1B-9B3A-06A2287A5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230ED09-7DE1-9865-CA4E-11605303A102}"/>
              </a:ext>
            </a:extLst>
          </p:cNvPr>
          <p:cNvSpPr txBox="1"/>
          <p:nvPr/>
        </p:nvSpPr>
        <p:spPr>
          <a:xfrm>
            <a:off x="386081" y="4810869"/>
            <a:ext cx="3960119" cy="1390033"/>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Bef>
                <a:spcPct val="0"/>
              </a:spcBef>
              <a:spcAft>
                <a:spcPts val="600"/>
              </a:spcAft>
            </a:pPr>
            <a:r>
              <a:rPr lang="en-US" sz="4100" dirty="0">
                <a:latin typeface="Arial"/>
                <a:ea typeface="+mj-ea"/>
                <a:cs typeface="Arial"/>
              </a:rPr>
              <a:t>Student Page</a:t>
            </a:r>
          </a:p>
        </p:txBody>
      </p:sp>
      <p:pic>
        <p:nvPicPr>
          <p:cNvPr id="2" name="Picture 1" descr="A screenshot of a computer&#10;&#10;AI-generated content may be incorrect.">
            <a:extLst>
              <a:ext uri="{FF2B5EF4-FFF2-40B4-BE49-F238E27FC236}">
                <a16:creationId xmlns:a16="http://schemas.microsoft.com/office/drawing/2014/main" id="{2AF5DF2C-1315-161D-1650-DFA881961EB9}"/>
              </a:ext>
            </a:extLst>
          </p:cNvPr>
          <p:cNvPicPr>
            <a:picLocks noChangeAspect="1"/>
          </p:cNvPicPr>
          <p:nvPr/>
        </p:nvPicPr>
        <p:blipFill>
          <a:blip r:embed="rId2"/>
          <a:srcRect t="15354" b="27996"/>
          <a:stretch>
            <a:fillRect/>
          </a:stretch>
        </p:blipFill>
        <p:spPr>
          <a:xfrm>
            <a:off x="20" y="10"/>
            <a:ext cx="12191980" cy="455842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20" name="sketch line">
            <a:extLst>
              <a:ext uri="{FF2B5EF4-FFF2-40B4-BE49-F238E27FC236}">
                <a16:creationId xmlns:a16="http://schemas.microsoft.com/office/drawing/2014/main" id="{3540989C-C7B8-473B-BF87-6F2DA6A900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61305" y="5468206"/>
            <a:ext cx="1371600" cy="18288"/>
          </a:xfrm>
          <a:custGeom>
            <a:avLst/>
            <a:gdLst>
              <a:gd name="csX0" fmla="*/ 0 w 1371600"/>
              <a:gd name="csY0" fmla="*/ 0 h 18288"/>
              <a:gd name="csX1" fmla="*/ 685800 w 1371600"/>
              <a:gd name="csY1" fmla="*/ 0 h 18288"/>
              <a:gd name="csX2" fmla="*/ 1371600 w 1371600"/>
              <a:gd name="csY2" fmla="*/ 0 h 18288"/>
              <a:gd name="csX3" fmla="*/ 1371600 w 1371600"/>
              <a:gd name="csY3" fmla="*/ 18288 h 18288"/>
              <a:gd name="csX4" fmla="*/ 713232 w 1371600"/>
              <a:gd name="csY4" fmla="*/ 18288 h 18288"/>
              <a:gd name="csX5" fmla="*/ 0 w 1371600"/>
              <a:gd name="csY5" fmla="*/ 18288 h 18288"/>
              <a:gd name="csX6" fmla="*/ 0 w 1371600"/>
              <a:gd name="csY6" fmla="*/ 0 h 182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71600" h="18288" fill="none" extrusionOk="0">
                <a:moveTo>
                  <a:pt x="0" y="0"/>
                </a:moveTo>
                <a:cubicBezTo>
                  <a:pt x="247303" y="31625"/>
                  <a:pt x="422310" y="-25629"/>
                  <a:pt x="685800" y="0"/>
                </a:cubicBezTo>
                <a:cubicBezTo>
                  <a:pt x="949290" y="25629"/>
                  <a:pt x="1192357" y="6696"/>
                  <a:pt x="1371600" y="0"/>
                </a:cubicBezTo>
                <a:cubicBezTo>
                  <a:pt x="1371355" y="6649"/>
                  <a:pt x="1371915" y="11310"/>
                  <a:pt x="1371600" y="18288"/>
                </a:cubicBezTo>
                <a:cubicBezTo>
                  <a:pt x="1107995" y="26464"/>
                  <a:pt x="1033361" y="32942"/>
                  <a:pt x="713232" y="18288"/>
                </a:cubicBezTo>
                <a:cubicBezTo>
                  <a:pt x="393103" y="3634"/>
                  <a:pt x="289343" y="43221"/>
                  <a:pt x="0" y="18288"/>
                </a:cubicBezTo>
                <a:cubicBezTo>
                  <a:pt x="-459" y="11562"/>
                  <a:pt x="-31" y="5093"/>
                  <a:pt x="0" y="0"/>
                </a:cubicBezTo>
                <a:close/>
              </a:path>
              <a:path w="1371600" h="18288" stroke="0" extrusionOk="0">
                <a:moveTo>
                  <a:pt x="0" y="0"/>
                </a:moveTo>
                <a:cubicBezTo>
                  <a:pt x="170249" y="-24099"/>
                  <a:pt x="504634" y="14338"/>
                  <a:pt x="644652" y="0"/>
                </a:cubicBezTo>
                <a:cubicBezTo>
                  <a:pt x="784670" y="-14338"/>
                  <a:pt x="1087773" y="8679"/>
                  <a:pt x="1371600" y="0"/>
                </a:cubicBezTo>
                <a:cubicBezTo>
                  <a:pt x="1372456" y="3662"/>
                  <a:pt x="1371030" y="13946"/>
                  <a:pt x="1371600" y="18288"/>
                </a:cubicBezTo>
                <a:cubicBezTo>
                  <a:pt x="1176823" y="-1409"/>
                  <a:pt x="900830" y="9989"/>
                  <a:pt x="713232" y="18288"/>
                </a:cubicBezTo>
                <a:cubicBezTo>
                  <a:pt x="525634" y="26587"/>
                  <a:pt x="282837" y="5724"/>
                  <a:pt x="0" y="18288"/>
                </a:cubicBezTo>
                <a:cubicBezTo>
                  <a:pt x="367" y="13143"/>
                  <a:pt x="-823" y="584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615697673">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E89B288-E5BE-0556-162D-51104F768A7F}"/>
              </a:ext>
            </a:extLst>
          </p:cNvPr>
          <p:cNvSpPr txBox="1"/>
          <p:nvPr/>
        </p:nvSpPr>
        <p:spPr>
          <a:xfrm>
            <a:off x="4632207" y="4799826"/>
            <a:ext cx="6897626" cy="1399223"/>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200">
                <a:latin typeface="Arial"/>
                <a:cs typeface="Arial"/>
              </a:rPr>
              <a:t>•This page allows administrators or teachers to add new student details to the database. It includes fields for name, ID, class, and contact information.</a:t>
            </a:r>
          </a:p>
          <a:p>
            <a:pPr indent="-228600">
              <a:lnSpc>
                <a:spcPct val="90000"/>
              </a:lnSpc>
              <a:spcAft>
                <a:spcPts val="600"/>
              </a:spcAft>
              <a:buFont typeface="Arial" panose="020B0604020202020204" pitchFamily="34" charset="0"/>
              <a:buChar char="•"/>
            </a:pPr>
            <a:endParaRPr lang="en-US" sz="2200"/>
          </a:p>
        </p:txBody>
      </p:sp>
      <p:sp>
        <p:nvSpPr>
          <p:cNvPr id="6" name="TextBox 5">
            <a:extLst>
              <a:ext uri="{FF2B5EF4-FFF2-40B4-BE49-F238E27FC236}">
                <a16:creationId xmlns:a16="http://schemas.microsoft.com/office/drawing/2014/main" id="{25CD63ED-8BA2-6BC5-753B-813FAFFE88C7}"/>
              </a:ext>
            </a:extLst>
          </p:cNvPr>
          <p:cNvSpPr txBox="1"/>
          <p:nvPr/>
        </p:nvSpPr>
        <p:spPr>
          <a:xfrm>
            <a:off x="11586227" y="6244205"/>
            <a:ext cx="29154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7</a:t>
            </a:r>
          </a:p>
        </p:txBody>
      </p:sp>
    </p:spTree>
    <p:extLst>
      <p:ext uri="{BB962C8B-B14F-4D97-AF65-F5344CB8AC3E}">
        <p14:creationId xmlns:p14="http://schemas.microsoft.com/office/powerpoint/2010/main" val="3826078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93D673-C94D-8A9F-99A4-D2F19AF591F6}"/>
              </a:ext>
            </a:extLst>
          </p:cNvPr>
          <p:cNvSpPr txBox="1"/>
          <p:nvPr/>
        </p:nvSpPr>
        <p:spPr>
          <a:xfrm>
            <a:off x="640080" y="4777739"/>
            <a:ext cx="4169946" cy="141211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4100">
                <a:latin typeface="Arial"/>
                <a:ea typeface="+mj-ea"/>
                <a:cs typeface="Arial"/>
              </a:rPr>
              <a:t>Exam </a:t>
            </a:r>
            <a:r>
              <a:rPr lang="en-US" sz="4000">
                <a:latin typeface="Arial"/>
                <a:ea typeface="+mj-ea"/>
                <a:cs typeface="Arial"/>
              </a:rPr>
              <a:t>Schedule</a:t>
            </a:r>
            <a:r>
              <a:rPr lang="en-US" sz="4100">
                <a:latin typeface="Arial"/>
                <a:ea typeface="+mj-ea"/>
                <a:cs typeface="Arial"/>
              </a:rPr>
              <a:t> Page</a:t>
            </a:r>
          </a:p>
        </p:txBody>
      </p:sp>
      <p:pic>
        <p:nvPicPr>
          <p:cNvPr id="5" name="Picture 4" descr="A screenshot of a computer&#10;&#10;AI-generated content may be incorrect.">
            <a:extLst>
              <a:ext uri="{FF2B5EF4-FFF2-40B4-BE49-F238E27FC236}">
                <a16:creationId xmlns:a16="http://schemas.microsoft.com/office/drawing/2014/main" id="{E2D4A1B9-E288-4C92-090B-8EEA4466358B}"/>
              </a:ext>
            </a:extLst>
          </p:cNvPr>
          <p:cNvPicPr>
            <a:picLocks noChangeAspect="1"/>
          </p:cNvPicPr>
          <p:nvPr/>
        </p:nvPicPr>
        <p:blipFill>
          <a:blip r:embed="rId2"/>
          <a:srcRect t="13373" b="20453"/>
          <a:stretch>
            <a:fillRect/>
          </a:stretch>
        </p:blipFill>
        <p:spPr>
          <a:xfrm>
            <a:off x="19" y="10"/>
            <a:ext cx="12191980" cy="4787019"/>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4" name="TextBox 3">
            <a:extLst>
              <a:ext uri="{FF2B5EF4-FFF2-40B4-BE49-F238E27FC236}">
                <a16:creationId xmlns:a16="http://schemas.microsoft.com/office/drawing/2014/main" id="{2168984F-232E-9E1A-6951-2D37E1BC8D5A}"/>
              </a:ext>
            </a:extLst>
          </p:cNvPr>
          <p:cNvSpPr txBox="1"/>
          <p:nvPr/>
        </p:nvSpPr>
        <p:spPr>
          <a:xfrm>
            <a:off x="4819947" y="5097999"/>
            <a:ext cx="6897626" cy="1399223"/>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Autofit/>
          </a:bodyPr>
          <a:lstStyle/>
          <a:p>
            <a:pPr indent="-228600">
              <a:lnSpc>
                <a:spcPct val="90000"/>
              </a:lnSpc>
              <a:spcAft>
                <a:spcPts val="600"/>
              </a:spcAft>
              <a:buFont typeface="Arial" panose="020B0604020202020204" pitchFamily="34" charset="0"/>
              <a:buChar char="•"/>
            </a:pPr>
            <a:r>
              <a:rPr lang="en-US" sz="2400">
                <a:latin typeface="Arial"/>
                <a:cs typeface="Arial"/>
              </a:rPr>
              <a:t>•This page displays and manages exam schedules. Users can add, update, or delete exam information for various subjects and classes.</a:t>
            </a:r>
          </a:p>
          <a:p>
            <a:pPr indent="-228600">
              <a:lnSpc>
                <a:spcPct val="90000"/>
              </a:lnSpc>
              <a:spcAft>
                <a:spcPts val="600"/>
              </a:spcAft>
              <a:buFont typeface="Arial" panose="020B0604020202020204" pitchFamily="34" charset="0"/>
              <a:buChar char="•"/>
            </a:pPr>
            <a:endParaRPr lang="en-US" sz="2200"/>
          </a:p>
        </p:txBody>
      </p:sp>
      <p:sp>
        <p:nvSpPr>
          <p:cNvPr id="3" name="TextBox 2">
            <a:extLst>
              <a:ext uri="{FF2B5EF4-FFF2-40B4-BE49-F238E27FC236}">
                <a16:creationId xmlns:a16="http://schemas.microsoft.com/office/drawing/2014/main" id="{8F368355-F3ED-8895-F620-35F59DAE6EB3}"/>
              </a:ext>
            </a:extLst>
          </p:cNvPr>
          <p:cNvSpPr txBox="1"/>
          <p:nvPr/>
        </p:nvSpPr>
        <p:spPr>
          <a:xfrm>
            <a:off x="912454" y="1556539"/>
            <a:ext cx="4522016" cy="43744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7" name="TextBox 6">
            <a:extLst>
              <a:ext uri="{FF2B5EF4-FFF2-40B4-BE49-F238E27FC236}">
                <a16:creationId xmlns:a16="http://schemas.microsoft.com/office/drawing/2014/main" id="{6AF22623-D70C-4923-9C0A-EA781A751CC5}"/>
              </a:ext>
            </a:extLst>
          </p:cNvPr>
          <p:cNvSpPr txBox="1"/>
          <p:nvPr/>
        </p:nvSpPr>
        <p:spPr>
          <a:xfrm>
            <a:off x="11586227" y="6244205"/>
            <a:ext cx="29154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8</a:t>
            </a:r>
          </a:p>
        </p:txBody>
      </p:sp>
    </p:spTree>
    <p:extLst>
      <p:ext uri="{BB962C8B-B14F-4D97-AF65-F5344CB8AC3E}">
        <p14:creationId xmlns:p14="http://schemas.microsoft.com/office/powerpoint/2010/main" val="798466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computer&#10;&#10;AI-generated content may be incorrect.">
            <a:extLst>
              <a:ext uri="{FF2B5EF4-FFF2-40B4-BE49-F238E27FC236}">
                <a16:creationId xmlns:a16="http://schemas.microsoft.com/office/drawing/2014/main" id="{D96A5685-0D6E-A6EE-9A19-50437E43BA3C}"/>
              </a:ext>
            </a:extLst>
          </p:cNvPr>
          <p:cNvPicPr>
            <a:picLocks noChangeAspect="1"/>
          </p:cNvPicPr>
          <p:nvPr/>
        </p:nvPicPr>
        <p:blipFill>
          <a:blip r:embed="rId2"/>
          <a:srcRect r="16106"/>
          <a:stretch>
            <a:fillRect/>
          </a:stretch>
        </p:blipFill>
        <p:spPr>
          <a:xfrm>
            <a:off x="1" y="10"/>
            <a:ext cx="9669642" cy="6857990"/>
          </a:xfrm>
          <a:prstGeom prst="rect">
            <a:avLst/>
          </a:prstGeom>
        </p:spPr>
      </p:pic>
      <p:sp>
        <p:nvSpPr>
          <p:cNvPr id="30" name="Rectangle 2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04B3E5B-0A62-096B-D493-8C6039D5CE6F}"/>
              </a:ext>
            </a:extLst>
          </p:cNvPr>
          <p:cNvSpPr txBox="1"/>
          <p:nvPr/>
        </p:nvSpPr>
        <p:spPr>
          <a:xfrm>
            <a:off x="7531610" y="1082951"/>
            <a:ext cx="3822189" cy="134773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4000">
                <a:latin typeface="Arial"/>
                <a:ea typeface="+mj-ea"/>
                <a:cs typeface="Arial"/>
              </a:rPr>
              <a:t>Notice Page</a:t>
            </a:r>
          </a:p>
        </p:txBody>
      </p:sp>
      <p:sp>
        <p:nvSpPr>
          <p:cNvPr id="4" name="TextBox 3">
            <a:extLst>
              <a:ext uri="{FF2B5EF4-FFF2-40B4-BE49-F238E27FC236}">
                <a16:creationId xmlns:a16="http://schemas.microsoft.com/office/drawing/2014/main" id="{519ED74B-ADCB-6FD6-1D13-149D3D1CC868}"/>
              </a:ext>
            </a:extLst>
          </p:cNvPr>
          <p:cNvSpPr txBox="1"/>
          <p:nvPr/>
        </p:nvSpPr>
        <p:spPr>
          <a:xfrm>
            <a:off x="7531610" y="2434201"/>
            <a:ext cx="3822189" cy="374276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400">
                <a:latin typeface="Arial"/>
                <a:cs typeface="Arial"/>
              </a:rPr>
              <a:t>•The notice page shows important announcements for students and staff. It helps keep everyone updated with the latest information.</a:t>
            </a:r>
          </a:p>
          <a:p>
            <a:pPr indent="-228600">
              <a:lnSpc>
                <a:spcPct val="90000"/>
              </a:lnSpc>
              <a:spcAft>
                <a:spcPts val="600"/>
              </a:spcAft>
              <a:buFont typeface="Arial" panose="020B0604020202020204" pitchFamily="34" charset="0"/>
              <a:buChar char="•"/>
            </a:pPr>
            <a:endParaRPr lang="en-US" sz="2000"/>
          </a:p>
        </p:txBody>
      </p:sp>
      <p:sp>
        <p:nvSpPr>
          <p:cNvPr id="5" name="TextBox 4">
            <a:extLst>
              <a:ext uri="{FF2B5EF4-FFF2-40B4-BE49-F238E27FC236}">
                <a16:creationId xmlns:a16="http://schemas.microsoft.com/office/drawing/2014/main" id="{AA744AE7-81EF-775D-ED42-51D908482C17}"/>
              </a:ext>
            </a:extLst>
          </p:cNvPr>
          <p:cNvSpPr txBox="1"/>
          <p:nvPr/>
        </p:nvSpPr>
        <p:spPr>
          <a:xfrm>
            <a:off x="11586227" y="6244205"/>
            <a:ext cx="29154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9</a:t>
            </a:r>
          </a:p>
        </p:txBody>
      </p:sp>
    </p:spTree>
    <p:extLst>
      <p:ext uri="{BB962C8B-B14F-4D97-AF65-F5344CB8AC3E}">
        <p14:creationId xmlns:p14="http://schemas.microsoft.com/office/powerpoint/2010/main" val="3309525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FFBAF4-6339-08E8-B79F-10BCCD1F140D}"/>
              </a:ext>
            </a:extLst>
          </p:cNvPr>
          <p:cNvSpPr txBox="1"/>
          <p:nvPr/>
        </p:nvSpPr>
        <p:spPr>
          <a:xfrm>
            <a:off x="516513" y="4777739"/>
            <a:ext cx="3872070" cy="1412119"/>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Bef>
                <a:spcPct val="0"/>
              </a:spcBef>
              <a:spcAft>
                <a:spcPts val="600"/>
              </a:spcAft>
            </a:pPr>
            <a:r>
              <a:rPr lang="en-US" sz="4400" dirty="0">
                <a:latin typeface="+mj-lt"/>
                <a:ea typeface="+mj-ea"/>
                <a:cs typeface="+mj-cs"/>
              </a:rPr>
              <a:t>Subject </a:t>
            </a:r>
            <a:r>
              <a:rPr lang="en-US" sz="4400" dirty="0">
                <a:latin typeface="Arial"/>
                <a:ea typeface="+mj-ea"/>
                <a:cs typeface="Arial"/>
              </a:rPr>
              <a:t>Page</a:t>
            </a:r>
          </a:p>
        </p:txBody>
      </p:sp>
      <p:pic>
        <p:nvPicPr>
          <p:cNvPr id="4" name="Picture 3" descr="A screenshot of a computer&#10;&#10;AI-generated content may be incorrect.">
            <a:extLst>
              <a:ext uri="{FF2B5EF4-FFF2-40B4-BE49-F238E27FC236}">
                <a16:creationId xmlns:a16="http://schemas.microsoft.com/office/drawing/2014/main" id="{2DC9E9E2-FDBD-0592-766B-33142FA7E4A4}"/>
              </a:ext>
            </a:extLst>
          </p:cNvPr>
          <p:cNvPicPr>
            <a:picLocks noChangeAspect="1"/>
          </p:cNvPicPr>
          <p:nvPr/>
        </p:nvPicPr>
        <p:blipFill>
          <a:blip r:embed="rId2"/>
          <a:srcRect t="10268" b="26894"/>
          <a:stretch>
            <a:fillRect/>
          </a:stretch>
        </p:blipFill>
        <p:spPr>
          <a:xfrm>
            <a:off x="20" y="10"/>
            <a:ext cx="12191980" cy="4558420"/>
          </a:xfrm>
          <a:custGeom>
            <a:avLst/>
            <a:gdLst/>
            <a:ahLst/>
            <a:cxnLst/>
            <a:rect l="l" t="t" r="r" b="b"/>
            <a:pathLst>
              <a:path w="12188952" h="4558430">
                <a:moveTo>
                  <a:pt x="6789701" y="4490221"/>
                </a:moveTo>
                <a:lnTo>
                  <a:pt x="6788702" y="4490299"/>
                </a:lnTo>
                <a:lnTo>
                  <a:pt x="6788476" y="4490833"/>
                </a:lnTo>
                <a:close/>
                <a:moveTo>
                  <a:pt x="0" y="0"/>
                </a:moveTo>
                <a:lnTo>
                  <a:pt x="12188952" y="0"/>
                </a:lnTo>
                <a:lnTo>
                  <a:pt x="12188952" y="3596895"/>
                </a:lnTo>
                <a:lnTo>
                  <a:pt x="12061096" y="3635026"/>
                </a:lnTo>
                <a:cubicBezTo>
                  <a:pt x="11933500" y="3671240"/>
                  <a:pt x="11805390" y="3705769"/>
                  <a:pt x="11676800" y="3738601"/>
                </a:cubicBezTo>
                <a:cubicBezTo>
                  <a:pt x="11262789" y="3846108"/>
                  <a:pt x="10845343" y="3939710"/>
                  <a:pt x="10425355" y="4022140"/>
                </a:cubicBezTo>
                <a:cubicBezTo>
                  <a:pt x="10092810" y="4087351"/>
                  <a:pt x="9759033" y="4145748"/>
                  <a:pt x="9424022" y="4197302"/>
                </a:cubicBezTo>
                <a:cubicBezTo>
                  <a:pt x="9102997" y="4246959"/>
                  <a:pt x="8781133" y="4291526"/>
                  <a:pt x="8458419" y="4331003"/>
                </a:cubicBezTo>
                <a:cubicBezTo>
                  <a:pt x="8211360" y="4361169"/>
                  <a:pt x="7963792" y="4386742"/>
                  <a:pt x="7715970" y="4410950"/>
                </a:cubicBezTo>
                <a:lnTo>
                  <a:pt x="6951716" y="4476730"/>
                </a:lnTo>
                <a:lnTo>
                  <a:pt x="6936303" y="4478801"/>
                </a:lnTo>
                <a:lnTo>
                  <a:pt x="6790448" y="4490162"/>
                </a:lnTo>
                <a:lnTo>
                  <a:pt x="6799941" y="4491982"/>
                </a:lnTo>
                <a:cubicBezTo>
                  <a:pt x="6811623" y="4492448"/>
                  <a:pt x="6823734" y="4490275"/>
                  <a:pt x="6835432" y="4490275"/>
                </a:cubicBezTo>
                <a:cubicBezTo>
                  <a:pt x="6851580" y="4490275"/>
                  <a:pt x="6867729" y="4487668"/>
                  <a:pt x="6884003" y="4487297"/>
                </a:cubicBezTo>
                <a:cubicBezTo>
                  <a:pt x="7115805" y="4481835"/>
                  <a:pt x="7347351" y="4469668"/>
                  <a:pt x="7578771" y="4454770"/>
                </a:cubicBezTo>
                <a:cubicBezTo>
                  <a:pt x="7927552" y="4432302"/>
                  <a:pt x="8276080" y="4404123"/>
                  <a:pt x="8623845" y="4367873"/>
                </a:cubicBezTo>
                <a:cubicBezTo>
                  <a:pt x="8909939" y="4338575"/>
                  <a:pt x="9195310" y="4303940"/>
                  <a:pt x="9479970" y="4263967"/>
                </a:cubicBezTo>
                <a:cubicBezTo>
                  <a:pt x="9864901" y="4209593"/>
                  <a:pt x="10248014" y="4144879"/>
                  <a:pt x="10629308" y="4069810"/>
                </a:cubicBezTo>
                <a:cubicBezTo>
                  <a:pt x="11090114" y="3978690"/>
                  <a:pt x="11546975" y="3871184"/>
                  <a:pt x="11998498" y="3743816"/>
                </a:cubicBezTo>
                <a:lnTo>
                  <a:pt x="12188952" y="3687715"/>
                </a:lnTo>
                <a:lnTo>
                  <a:pt x="12188952" y="3742439"/>
                </a:lnTo>
                <a:lnTo>
                  <a:pt x="11829257" y="3846853"/>
                </a:lnTo>
                <a:cubicBezTo>
                  <a:pt x="11534769" y="3926550"/>
                  <a:pt x="11238120" y="3997436"/>
                  <a:pt x="10939183" y="4061368"/>
                </a:cubicBezTo>
                <a:cubicBezTo>
                  <a:pt x="10622824" y="4129150"/>
                  <a:pt x="10304941" y="4189147"/>
                  <a:pt x="9985530" y="4241373"/>
                </a:cubicBezTo>
                <a:cubicBezTo>
                  <a:pt x="9720036" y="4284822"/>
                  <a:pt x="9453814" y="4323467"/>
                  <a:pt x="9186882" y="4357320"/>
                </a:cubicBezTo>
                <a:cubicBezTo>
                  <a:pt x="8984197" y="4382894"/>
                  <a:pt x="8781514" y="4406977"/>
                  <a:pt x="8578198" y="4426839"/>
                </a:cubicBezTo>
                <a:cubicBezTo>
                  <a:pt x="8340547" y="4449559"/>
                  <a:pt x="8102644" y="4471034"/>
                  <a:pt x="7864358" y="4488290"/>
                </a:cubicBezTo>
                <a:cubicBezTo>
                  <a:pt x="7554994" y="4510634"/>
                  <a:pt x="7245502" y="4528512"/>
                  <a:pt x="6935502" y="4539684"/>
                </a:cubicBezTo>
                <a:cubicBezTo>
                  <a:pt x="6782917" y="4545147"/>
                  <a:pt x="6630334" y="4548995"/>
                  <a:pt x="6477750" y="4553587"/>
                </a:cubicBezTo>
                <a:cubicBezTo>
                  <a:pt x="6439195" y="4551503"/>
                  <a:pt x="6400529" y="4553128"/>
                  <a:pt x="6362294" y="4558430"/>
                </a:cubicBezTo>
                <a:lnTo>
                  <a:pt x="6057129" y="4558430"/>
                </a:lnTo>
                <a:lnTo>
                  <a:pt x="5977784" y="4553836"/>
                </a:lnTo>
                <a:cubicBezTo>
                  <a:pt x="5740261" y="4541423"/>
                  <a:pt x="5502739" y="4527644"/>
                  <a:pt x="5265087" y="4517587"/>
                </a:cubicBezTo>
                <a:cubicBezTo>
                  <a:pt x="4958267" y="4505171"/>
                  <a:pt x="4651826" y="4484691"/>
                  <a:pt x="4346277" y="4455517"/>
                </a:cubicBezTo>
                <a:cubicBezTo>
                  <a:pt x="4021654" y="4424605"/>
                  <a:pt x="3697795" y="4389970"/>
                  <a:pt x="3373045" y="4356948"/>
                </a:cubicBezTo>
                <a:cubicBezTo>
                  <a:pt x="3035412" y="4322686"/>
                  <a:pt x="2698456" y="4283047"/>
                  <a:pt x="2362173" y="4238021"/>
                </a:cubicBezTo>
                <a:cubicBezTo>
                  <a:pt x="1984692" y="4187868"/>
                  <a:pt x="1608364" y="4130142"/>
                  <a:pt x="1233177" y="4064845"/>
                </a:cubicBezTo>
                <a:cubicBezTo>
                  <a:pt x="842181" y="3996132"/>
                  <a:pt x="453758" y="3917644"/>
                  <a:pt x="68500" y="3825138"/>
                </a:cubicBezTo>
                <a:lnTo>
                  <a:pt x="0" y="3807783"/>
                </a:lnTo>
                <a:lnTo>
                  <a:pt x="0" y="3751294"/>
                </a:lnTo>
                <a:lnTo>
                  <a:pt x="72441" y="3770071"/>
                </a:lnTo>
                <a:cubicBezTo>
                  <a:pt x="247961" y="3812249"/>
                  <a:pt x="424164" y="3851509"/>
                  <a:pt x="600716" y="3888441"/>
                </a:cubicBezTo>
                <a:cubicBezTo>
                  <a:pt x="988279" y="3969255"/>
                  <a:pt x="1378133" y="4038153"/>
                  <a:pt x="1769512" y="4098609"/>
                </a:cubicBezTo>
                <a:cubicBezTo>
                  <a:pt x="2052426" y="4142185"/>
                  <a:pt x="2335725" y="4182282"/>
                  <a:pt x="2613554" y="4215551"/>
                </a:cubicBezTo>
                <a:cubicBezTo>
                  <a:pt x="2605544" y="4218158"/>
                  <a:pt x="2594611" y="4208102"/>
                  <a:pt x="2581134" y="4205620"/>
                </a:cubicBezTo>
                <a:cubicBezTo>
                  <a:pt x="2087178" y="4113668"/>
                  <a:pt x="1597684" y="4002775"/>
                  <a:pt x="1112635" y="3872923"/>
                </a:cubicBezTo>
                <a:cubicBezTo>
                  <a:pt x="880453" y="3810852"/>
                  <a:pt x="649713" y="3744374"/>
                  <a:pt x="420412" y="3673490"/>
                </a:cubicBezTo>
                <a:lnTo>
                  <a:pt x="0" y="3534573"/>
                </a:lnTo>
                <a:close/>
              </a:path>
            </a:pathLst>
          </a:custGeom>
        </p:spPr>
      </p:pic>
      <p:sp>
        <p:nvSpPr>
          <p:cNvPr id="3" name="TextBox 2">
            <a:extLst>
              <a:ext uri="{FF2B5EF4-FFF2-40B4-BE49-F238E27FC236}">
                <a16:creationId xmlns:a16="http://schemas.microsoft.com/office/drawing/2014/main" id="{23E1214E-7173-77DE-1B8A-75F7CC8837DD}"/>
              </a:ext>
            </a:extLst>
          </p:cNvPr>
          <p:cNvSpPr txBox="1"/>
          <p:nvPr/>
        </p:nvSpPr>
        <p:spPr>
          <a:xfrm>
            <a:off x="4654294" y="4777739"/>
            <a:ext cx="6897626" cy="1399223"/>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2400">
                <a:latin typeface="Arial"/>
                <a:cs typeface="Arial"/>
              </a:rPr>
              <a:t>•This module enables adding and managing subjects offered in the system. Users can specify subject codes, titles, and related information.</a:t>
            </a:r>
          </a:p>
          <a:p>
            <a:pPr indent="-228600">
              <a:lnSpc>
                <a:spcPct val="90000"/>
              </a:lnSpc>
              <a:spcAft>
                <a:spcPts val="600"/>
              </a:spcAft>
              <a:buFont typeface="Arial" panose="020B0604020202020204" pitchFamily="34" charset="0"/>
              <a:buChar char="•"/>
            </a:pPr>
            <a:endParaRPr lang="en-US" sz="2200"/>
          </a:p>
        </p:txBody>
      </p:sp>
      <p:sp>
        <p:nvSpPr>
          <p:cNvPr id="6" name="TextBox 5">
            <a:extLst>
              <a:ext uri="{FF2B5EF4-FFF2-40B4-BE49-F238E27FC236}">
                <a16:creationId xmlns:a16="http://schemas.microsoft.com/office/drawing/2014/main" id="{88C3D80D-C8CC-B10E-747A-E86A45C55B47}"/>
              </a:ext>
            </a:extLst>
          </p:cNvPr>
          <p:cNvSpPr txBox="1"/>
          <p:nvPr/>
        </p:nvSpPr>
        <p:spPr>
          <a:xfrm>
            <a:off x="11431619" y="6188988"/>
            <a:ext cx="44615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10</a:t>
            </a:r>
          </a:p>
        </p:txBody>
      </p:sp>
    </p:spTree>
    <p:extLst>
      <p:ext uri="{BB962C8B-B14F-4D97-AF65-F5344CB8AC3E}">
        <p14:creationId xmlns:p14="http://schemas.microsoft.com/office/powerpoint/2010/main" val="1269401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9F79630B-0F0B-446E-A637-38FA8F61D1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B3437C99-FC8E-4311-B48A-F0C4C329B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28"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7557512-EE08-8888-4B8F-E67D4F66E514}"/>
              </a:ext>
            </a:extLst>
          </p:cNvPr>
          <p:cNvSpPr txBox="1"/>
          <p:nvPr/>
        </p:nvSpPr>
        <p:spPr>
          <a:xfrm>
            <a:off x="436819" y="1864588"/>
            <a:ext cx="4188468" cy="390858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Aft>
                <a:spcPts val="600"/>
              </a:spcAft>
            </a:pPr>
            <a:r>
              <a:rPr lang="en-US" sz="4000" dirty="0">
                <a:latin typeface="Arial"/>
                <a:cs typeface="Arial"/>
              </a:rPr>
              <a:t>Batch Page</a:t>
            </a:r>
          </a:p>
          <a:p>
            <a:pPr indent="-228600">
              <a:lnSpc>
                <a:spcPct val="90000"/>
              </a:lnSpc>
              <a:spcAft>
                <a:spcPts val="600"/>
              </a:spcAft>
              <a:buFont typeface="Arial" panose="020B0604020202020204" pitchFamily="34" charset="0"/>
              <a:buChar char="•"/>
            </a:pPr>
            <a:endParaRPr lang="en-US" sz="2400">
              <a:latin typeface="Arial"/>
              <a:cs typeface="Arial"/>
            </a:endParaRPr>
          </a:p>
          <a:p>
            <a:pPr>
              <a:lnSpc>
                <a:spcPct val="90000"/>
              </a:lnSpc>
              <a:spcAft>
                <a:spcPts val="600"/>
              </a:spcAft>
            </a:pPr>
            <a:r>
              <a:rPr lang="en-US" sz="2400" dirty="0">
                <a:latin typeface="Arial"/>
                <a:cs typeface="Arial"/>
              </a:rPr>
              <a:t>This page helps the teacher add and manage course batches. It shows batch time and days clearly, making student schedule management easier.</a:t>
            </a:r>
          </a:p>
          <a:p>
            <a:pPr indent="-228600">
              <a:lnSpc>
                <a:spcPct val="90000"/>
              </a:lnSpc>
              <a:spcAft>
                <a:spcPts val="600"/>
              </a:spcAft>
              <a:buFont typeface="Arial" panose="020B0604020202020204" pitchFamily="34" charset="0"/>
              <a:buChar char="•"/>
            </a:pPr>
            <a:endParaRPr lang="en-US" sz="2000"/>
          </a:p>
        </p:txBody>
      </p:sp>
      <p:pic>
        <p:nvPicPr>
          <p:cNvPr id="6" name="Picture 5" descr="A screenshot of a computer&#10;&#10;AI-generated content may be incorrect.">
            <a:extLst>
              <a:ext uri="{FF2B5EF4-FFF2-40B4-BE49-F238E27FC236}">
                <a16:creationId xmlns:a16="http://schemas.microsoft.com/office/drawing/2014/main" id="{5FE0E1BC-8D60-08EA-9CBE-D257ABD11A29}"/>
              </a:ext>
            </a:extLst>
          </p:cNvPr>
          <p:cNvPicPr>
            <a:picLocks noChangeAspect="1"/>
          </p:cNvPicPr>
          <p:nvPr/>
        </p:nvPicPr>
        <p:blipFill>
          <a:blip r:embed="rId2"/>
          <a:srcRect l="11952" r="25200"/>
          <a:stretch>
            <a:fillRect/>
          </a:stretch>
        </p:blipFill>
        <p:spPr>
          <a:xfrm>
            <a:off x="4464215" y="1"/>
            <a:ext cx="7727785" cy="6857999"/>
          </a:xfrm>
          <a:custGeom>
            <a:avLst/>
            <a:gdLst/>
            <a:ahLst/>
            <a:cxnLst/>
            <a:rect l="l" t="t" r="r" b="b"/>
            <a:pathLst>
              <a:path w="7243812" h="6857999">
                <a:moveTo>
                  <a:pt x="609803" y="0"/>
                </a:moveTo>
                <a:lnTo>
                  <a:pt x="1222601" y="0"/>
                </a:lnTo>
                <a:lnTo>
                  <a:pt x="1223032" y="1645"/>
                </a:lnTo>
                <a:lnTo>
                  <a:pt x="1343371" y="1645"/>
                </a:lnTo>
                <a:lnTo>
                  <a:pt x="1343665" y="0"/>
                </a:lnTo>
                <a:lnTo>
                  <a:pt x="1884172" y="0"/>
                </a:lnTo>
                <a:lnTo>
                  <a:pt x="1884280" y="1645"/>
                </a:lnTo>
                <a:lnTo>
                  <a:pt x="7243812" y="1645"/>
                </a:lnTo>
                <a:lnTo>
                  <a:pt x="7243812" y="6857999"/>
                </a:lnTo>
                <a:lnTo>
                  <a:pt x="133676" y="6857999"/>
                </a:lnTo>
                <a:lnTo>
                  <a:pt x="114609" y="6843646"/>
                </a:lnTo>
                <a:cubicBezTo>
                  <a:pt x="106811" y="6836369"/>
                  <a:pt x="103243" y="6828354"/>
                  <a:pt x="111459" y="6817746"/>
                </a:cubicBezTo>
                <a:cubicBezTo>
                  <a:pt x="93943" y="6769544"/>
                  <a:pt x="97901" y="6796071"/>
                  <a:pt x="113412" y="6759582"/>
                </a:cubicBezTo>
                <a:cubicBezTo>
                  <a:pt x="110188" y="6732087"/>
                  <a:pt x="99653" y="6727133"/>
                  <a:pt x="100729" y="6705297"/>
                </a:cubicBezTo>
                <a:cubicBezTo>
                  <a:pt x="94563" y="6675394"/>
                  <a:pt x="99792" y="6669536"/>
                  <a:pt x="87662" y="6640957"/>
                </a:cubicBezTo>
                <a:cubicBezTo>
                  <a:pt x="74199" y="6591883"/>
                  <a:pt x="82185" y="6576319"/>
                  <a:pt x="83084" y="6541313"/>
                </a:cubicBezTo>
                <a:cubicBezTo>
                  <a:pt x="82225" y="6490855"/>
                  <a:pt x="67640" y="6422980"/>
                  <a:pt x="59444" y="6370251"/>
                </a:cubicBezTo>
                <a:cubicBezTo>
                  <a:pt x="51248" y="6317522"/>
                  <a:pt x="30729" y="6270972"/>
                  <a:pt x="33908" y="6224938"/>
                </a:cubicBezTo>
                <a:lnTo>
                  <a:pt x="30063" y="6089693"/>
                </a:lnTo>
                <a:cubicBezTo>
                  <a:pt x="25730" y="6032039"/>
                  <a:pt x="3474" y="5997051"/>
                  <a:pt x="29101" y="5973994"/>
                </a:cubicBezTo>
                <a:cubicBezTo>
                  <a:pt x="17018" y="5940131"/>
                  <a:pt x="41135" y="5955713"/>
                  <a:pt x="33855" y="5939847"/>
                </a:cubicBezTo>
                <a:lnTo>
                  <a:pt x="12982" y="5906467"/>
                </a:lnTo>
                <a:lnTo>
                  <a:pt x="8416" y="5862699"/>
                </a:lnTo>
                <a:cubicBezTo>
                  <a:pt x="7895" y="5838948"/>
                  <a:pt x="8409" y="5853058"/>
                  <a:pt x="12052" y="5823324"/>
                </a:cubicBezTo>
                <a:cubicBezTo>
                  <a:pt x="11631" y="5805291"/>
                  <a:pt x="11213" y="5787258"/>
                  <a:pt x="10793" y="5769225"/>
                </a:cubicBezTo>
                <a:cubicBezTo>
                  <a:pt x="17866" y="5738356"/>
                  <a:pt x="19121" y="5696311"/>
                  <a:pt x="25986" y="5667896"/>
                </a:cubicBezTo>
                <a:cubicBezTo>
                  <a:pt x="16329" y="5647975"/>
                  <a:pt x="42195" y="5619318"/>
                  <a:pt x="43687" y="5594585"/>
                </a:cubicBezTo>
                <a:cubicBezTo>
                  <a:pt x="32512" y="5517959"/>
                  <a:pt x="44052" y="5536542"/>
                  <a:pt x="40019" y="5464225"/>
                </a:cubicBezTo>
                <a:cubicBezTo>
                  <a:pt x="32676" y="5400671"/>
                  <a:pt x="26469" y="5311951"/>
                  <a:pt x="22904" y="5269726"/>
                </a:cubicBezTo>
                <a:cubicBezTo>
                  <a:pt x="19341" y="5227501"/>
                  <a:pt x="14742" y="5212581"/>
                  <a:pt x="18628" y="5210876"/>
                </a:cubicBezTo>
                <a:cubicBezTo>
                  <a:pt x="-20300" y="5161742"/>
                  <a:pt x="15511" y="5141336"/>
                  <a:pt x="5392" y="5111369"/>
                </a:cubicBezTo>
                <a:cubicBezTo>
                  <a:pt x="10662" y="5053859"/>
                  <a:pt x="15546" y="5034036"/>
                  <a:pt x="13324" y="5009272"/>
                </a:cubicBezTo>
                <a:cubicBezTo>
                  <a:pt x="25126" y="4982633"/>
                  <a:pt x="74251" y="4956261"/>
                  <a:pt x="48699" y="4925805"/>
                </a:cubicBezTo>
                <a:cubicBezTo>
                  <a:pt x="76704" y="4931200"/>
                  <a:pt x="39437" y="4888353"/>
                  <a:pt x="62925" y="4877992"/>
                </a:cubicBezTo>
                <a:cubicBezTo>
                  <a:pt x="82480" y="4871554"/>
                  <a:pt x="75731" y="4857054"/>
                  <a:pt x="79496" y="4844323"/>
                </a:cubicBezTo>
                <a:cubicBezTo>
                  <a:pt x="97657" y="4832308"/>
                  <a:pt x="110974" y="4752352"/>
                  <a:pt x="101400" y="4733115"/>
                </a:cubicBezTo>
                <a:cubicBezTo>
                  <a:pt x="108185" y="4679357"/>
                  <a:pt x="119720" y="4662889"/>
                  <a:pt x="111223" y="4625153"/>
                </a:cubicBezTo>
                <a:cubicBezTo>
                  <a:pt x="106592" y="4588197"/>
                  <a:pt x="114401" y="4567830"/>
                  <a:pt x="126359" y="4539168"/>
                </a:cubicBezTo>
                <a:cubicBezTo>
                  <a:pt x="126535" y="4522289"/>
                  <a:pt x="126710" y="4505410"/>
                  <a:pt x="126886" y="4488531"/>
                </a:cubicBezTo>
                <a:cubicBezTo>
                  <a:pt x="126165" y="4473140"/>
                  <a:pt x="132917" y="4437329"/>
                  <a:pt x="135099" y="4411258"/>
                </a:cubicBezTo>
                <a:cubicBezTo>
                  <a:pt x="107667" y="4345686"/>
                  <a:pt x="146840" y="4280033"/>
                  <a:pt x="132327" y="4219510"/>
                </a:cubicBezTo>
                <a:cubicBezTo>
                  <a:pt x="138549" y="4158987"/>
                  <a:pt x="124091" y="4192084"/>
                  <a:pt x="172424" y="4048117"/>
                </a:cubicBezTo>
                <a:cubicBezTo>
                  <a:pt x="167703" y="4015047"/>
                  <a:pt x="203806" y="3905047"/>
                  <a:pt x="177666" y="3878222"/>
                </a:cubicBezTo>
                <a:cubicBezTo>
                  <a:pt x="167714" y="3821305"/>
                  <a:pt x="183914" y="3845122"/>
                  <a:pt x="156982" y="3778166"/>
                </a:cubicBezTo>
                <a:cubicBezTo>
                  <a:pt x="160365" y="3760234"/>
                  <a:pt x="142791" y="3724716"/>
                  <a:pt x="142115" y="3707357"/>
                </a:cubicBezTo>
                <a:cubicBezTo>
                  <a:pt x="139253" y="3688591"/>
                  <a:pt x="140202" y="3672776"/>
                  <a:pt x="139805" y="3665569"/>
                </a:cubicBezTo>
                <a:cubicBezTo>
                  <a:pt x="139778" y="3665084"/>
                  <a:pt x="139750" y="3664599"/>
                  <a:pt x="139723" y="3664114"/>
                </a:cubicBezTo>
                <a:lnTo>
                  <a:pt x="134134" y="3653088"/>
                </a:lnTo>
                <a:lnTo>
                  <a:pt x="126568" y="3641228"/>
                </a:lnTo>
                <a:cubicBezTo>
                  <a:pt x="126560" y="3629488"/>
                  <a:pt x="126549" y="3617747"/>
                  <a:pt x="126540" y="3606007"/>
                </a:cubicBezTo>
                <a:lnTo>
                  <a:pt x="134645" y="3597336"/>
                </a:lnTo>
                <a:lnTo>
                  <a:pt x="131649" y="3586412"/>
                </a:lnTo>
                <a:lnTo>
                  <a:pt x="134221" y="3569719"/>
                </a:lnTo>
                <a:lnTo>
                  <a:pt x="133795" y="3568021"/>
                </a:lnTo>
                <a:lnTo>
                  <a:pt x="130189" y="3553678"/>
                </a:lnTo>
                <a:lnTo>
                  <a:pt x="129827" y="3552249"/>
                </a:lnTo>
                <a:lnTo>
                  <a:pt x="122183" y="3542019"/>
                </a:lnTo>
                <a:lnTo>
                  <a:pt x="112426" y="3531201"/>
                </a:lnTo>
                <a:lnTo>
                  <a:pt x="105626" y="3496391"/>
                </a:lnTo>
                <a:lnTo>
                  <a:pt x="111971" y="3486850"/>
                </a:lnTo>
                <a:lnTo>
                  <a:pt x="106910" y="3476412"/>
                </a:lnTo>
                <a:cubicBezTo>
                  <a:pt x="105781" y="3466028"/>
                  <a:pt x="105824" y="3433967"/>
                  <a:pt x="105209" y="3424545"/>
                </a:cubicBezTo>
                <a:lnTo>
                  <a:pt x="103215" y="3419880"/>
                </a:lnTo>
                <a:lnTo>
                  <a:pt x="104953" y="3415218"/>
                </a:lnTo>
                <a:lnTo>
                  <a:pt x="101255" y="3409825"/>
                </a:lnTo>
                <a:lnTo>
                  <a:pt x="103044" y="3407057"/>
                </a:lnTo>
                <a:lnTo>
                  <a:pt x="89764" y="3378959"/>
                </a:lnTo>
                <a:lnTo>
                  <a:pt x="83991" y="3362948"/>
                </a:lnTo>
                <a:lnTo>
                  <a:pt x="66858" y="3332072"/>
                </a:lnTo>
                <a:lnTo>
                  <a:pt x="69057" y="3325671"/>
                </a:lnTo>
                <a:lnTo>
                  <a:pt x="51631" y="3278130"/>
                </a:lnTo>
                <a:lnTo>
                  <a:pt x="53959" y="3277179"/>
                </a:lnTo>
                <a:lnTo>
                  <a:pt x="60205" y="3262610"/>
                </a:lnTo>
                <a:lnTo>
                  <a:pt x="58998" y="3258677"/>
                </a:lnTo>
                <a:cubicBezTo>
                  <a:pt x="46010" y="3210316"/>
                  <a:pt x="80872" y="3236545"/>
                  <a:pt x="45170" y="3180546"/>
                </a:cubicBezTo>
                <a:cubicBezTo>
                  <a:pt x="53643" y="3171780"/>
                  <a:pt x="52550" y="3163902"/>
                  <a:pt x="45228" y="3151828"/>
                </a:cubicBezTo>
                <a:cubicBezTo>
                  <a:pt x="39651" y="3128169"/>
                  <a:pt x="64667" y="3124610"/>
                  <a:pt x="45020" y="3103777"/>
                </a:cubicBezTo>
                <a:cubicBezTo>
                  <a:pt x="59127" y="3105196"/>
                  <a:pt x="41123" y="3057428"/>
                  <a:pt x="57092" y="3065434"/>
                </a:cubicBezTo>
                <a:cubicBezTo>
                  <a:pt x="55435" y="3051512"/>
                  <a:pt x="40803" y="3032637"/>
                  <a:pt x="35088" y="3020247"/>
                </a:cubicBezTo>
                <a:cubicBezTo>
                  <a:pt x="32503" y="3002537"/>
                  <a:pt x="18197" y="3001119"/>
                  <a:pt x="22803" y="2991092"/>
                </a:cubicBezTo>
                <a:cubicBezTo>
                  <a:pt x="24338" y="2987749"/>
                  <a:pt x="27975" y="2983455"/>
                  <a:pt x="34850" y="2977278"/>
                </a:cubicBezTo>
                <a:cubicBezTo>
                  <a:pt x="22587" y="2954448"/>
                  <a:pt x="35600" y="2946689"/>
                  <a:pt x="36223" y="2911749"/>
                </a:cubicBezTo>
                <a:cubicBezTo>
                  <a:pt x="35158" y="2886513"/>
                  <a:pt x="29761" y="2843788"/>
                  <a:pt x="28462" y="2825860"/>
                </a:cubicBezTo>
                <a:cubicBezTo>
                  <a:pt x="28449" y="2818634"/>
                  <a:pt x="28437" y="2811409"/>
                  <a:pt x="28424" y="2804183"/>
                </a:cubicBezTo>
                <a:lnTo>
                  <a:pt x="21292" y="2790136"/>
                </a:lnTo>
                <a:lnTo>
                  <a:pt x="16179" y="2760208"/>
                </a:lnTo>
                <a:lnTo>
                  <a:pt x="22858" y="2751112"/>
                </a:lnTo>
                <a:lnTo>
                  <a:pt x="18505" y="2740278"/>
                </a:lnTo>
                <a:lnTo>
                  <a:pt x="22482" y="2726489"/>
                </a:lnTo>
                <a:lnTo>
                  <a:pt x="18175" y="2725052"/>
                </a:lnTo>
                <a:lnTo>
                  <a:pt x="10521" y="2715895"/>
                </a:lnTo>
                <a:lnTo>
                  <a:pt x="25499" y="2665666"/>
                </a:lnTo>
                <a:lnTo>
                  <a:pt x="30658" y="2635351"/>
                </a:lnTo>
                <a:cubicBezTo>
                  <a:pt x="30723" y="2625597"/>
                  <a:pt x="30791" y="2615842"/>
                  <a:pt x="30857" y="2606088"/>
                </a:cubicBezTo>
                <a:lnTo>
                  <a:pt x="37532" y="2596456"/>
                </a:lnTo>
                <a:cubicBezTo>
                  <a:pt x="41239" y="2582253"/>
                  <a:pt x="34640" y="2564757"/>
                  <a:pt x="36511" y="2549900"/>
                </a:cubicBezTo>
                <a:lnTo>
                  <a:pt x="53712" y="2496499"/>
                </a:lnTo>
                <a:cubicBezTo>
                  <a:pt x="53527" y="2492743"/>
                  <a:pt x="64725" y="2449625"/>
                  <a:pt x="64540" y="2445869"/>
                </a:cubicBezTo>
                <a:cubicBezTo>
                  <a:pt x="61940" y="2441580"/>
                  <a:pt x="65575" y="2413465"/>
                  <a:pt x="64348" y="2408995"/>
                </a:cubicBezTo>
                <a:cubicBezTo>
                  <a:pt x="100333" y="2407546"/>
                  <a:pt x="71752" y="2329020"/>
                  <a:pt x="101725" y="2335735"/>
                </a:cubicBezTo>
                <a:cubicBezTo>
                  <a:pt x="120512" y="2299003"/>
                  <a:pt x="138791" y="2291744"/>
                  <a:pt x="147278" y="2260088"/>
                </a:cubicBezTo>
                <a:cubicBezTo>
                  <a:pt x="152668" y="2224200"/>
                  <a:pt x="143589" y="2220953"/>
                  <a:pt x="152643" y="2193455"/>
                </a:cubicBezTo>
                <a:cubicBezTo>
                  <a:pt x="152701" y="2159228"/>
                  <a:pt x="131577" y="2138038"/>
                  <a:pt x="161815" y="2107942"/>
                </a:cubicBezTo>
                <a:lnTo>
                  <a:pt x="168884" y="2024270"/>
                </a:lnTo>
                <a:lnTo>
                  <a:pt x="210800" y="1969445"/>
                </a:lnTo>
                <a:lnTo>
                  <a:pt x="215063" y="1961162"/>
                </a:lnTo>
                <a:lnTo>
                  <a:pt x="226767" y="1945112"/>
                </a:lnTo>
                <a:lnTo>
                  <a:pt x="225906" y="1942021"/>
                </a:lnTo>
                <a:lnTo>
                  <a:pt x="220555" y="1935584"/>
                </a:lnTo>
                <a:cubicBezTo>
                  <a:pt x="220179" y="1930292"/>
                  <a:pt x="223282" y="1914884"/>
                  <a:pt x="223648" y="1910265"/>
                </a:cubicBezTo>
                <a:cubicBezTo>
                  <a:pt x="221934" y="1909994"/>
                  <a:pt x="221895" y="1909162"/>
                  <a:pt x="222758" y="1907867"/>
                </a:cubicBezTo>
                <a:lnTo>
                  <a:pt x="229387" y="1899379"/>
                </a:lnTo>
                <a:lnTo>
                  <a:pt x="231548" y="1895114"/>
                </a:lnTo>
                <a:lnTo>
                  <a:pt x="216553" y="1892417"/>
                </a:lnTo>
                <a:cubicBezTo>
                  <a:pt x="209075" y="1884999"/>
                  <a:pt x="222114" y="1866643"/>
                  <a:pt x="209739" y="1861483"/>
                </a:cubicBezTo>
                <a:cubicBezTo>
                  <a:pt x="214584" y="1853278"/>
                  <a:pt x="219066" y="1844665"/>
                  <a:pt x="222950" y="1835810"/>
                </a:cubicBezTo>
                <a:lnTo>
                  <a:pt x="224812" y="1830569"/>
                </a:lnTo>
                <a:lnTo>
                  <a:pt x="224522" y="1830429"/>
                </a:lnTo>
                <a:cubicBezTo>
                  <a:pt x="224224" y="1829219"/>
                  <a:pt x="224571" y="1827468"/>
                  <a:pt x="225830" y="1824832"/>
                </a:cubicBezTo>
                <a:lnTo>
                  <a:pt x="228207" y="1821003"/>
                </a:lnTo>
                <a:lnTo>
                  <a:pt x="230878" y="1807109"/>
                </a:lnTo>
                <a:lnTo>
                  <a:pt x="227355" y="1805316"/>
                </a:lnTo>
                <a:lnTo>
                  <a:pt x="228132" y="1804434"/>
                </a:lnTo>
                <a:cubicBezTo>
                  <a:pt x="237533" y="1798221"/>
                  <a:pt x="248274" y="1797417"/>
                  <a:pt x="223762" y="1784314"/>
                </a:cubicBezTo>
                <a:cubicBezTo>
                  <a:pt x="240655" y="1769422"/>
                  <a:pt x="224912" y="1763793"/>
                  <a:pt x="226521" y="1740358"/>
                </a:cubicBezTo>
                <a:cubicBezTo>
                  <a:pt x="240385" y="1732435"/>
                  <a:pt x="239102" y="1724301"/>
                  <a:pt x="233164" y="1715685"/>
                </a:cubicBezTo>
                <a:cubicBezTo>
                  <a:pt x="245499" y="1694404"/>
                  <a:pt x="240415" y="1672675"/>
                  <a:pt x="245819" y="1647555"/>
                </a:cubicBezTo>
                <a:cubicBezTo>
                  <a:pt x="268668" y="1622803"/>
                  <a:pt x="248434" y="1605585"/>
                  <a:pt x="254317" y="1578752"/>
                </a:cubicBezTo>
                <a:lnTo>
                  <a:pt x="249918" y="1546022"/>
                </a:lnTo>
                <a:cubicBezTo>
                  <a:pt x="251996" y="1543635"/>
                  <a:pt x="248777" y="1521210"/>
                  <a:pt x="248927" y="1519929"/>
                </a:cubicBezTo>
                <a:lnTo>
                  <a:pt x="248704" y="1519731"/>
                </a:lnTo>
                <a:lnTo>
                  <a:pt x="252245" y="1514846"/>
                </a:lnTo>
                <a:cubicBezTo>
                  <a:pt x="255314" y="1501295"/>
                  <a:pt x="252199" y="1477394"/>
                  <a:pt x="254681" y="1463304"/>
                </a:cubicBezTo>
                <a:cubicBezTo>
                  <a:pt x="257024" y="1459891"/>
                  <a:pt x="268983" y="1432466"/>
                  <a:pt x="267138" y="1430305"/>
                </a:cubicBezTo>
                <a:lnTo>
                  <a:pt x="266110" y="1429568"/>
                </a:lnTo>
                <a:lnTo>
                  <a:pt x="286784" y="1404045"/>
                </a:lnTo>
                <a:lnTo>
                  <a:pt x="294521" y="1360879"/>
                </a:lnTo>
                <a:lnTo>
                  <a:pt x="324750" y="1301993"/>
                </a:lnTo>
                <a:lnTo>
                  <a:pt x="328780" y="1210776"/>
                </a:lnTo>
                <a:cubicBezTo>
                  <a:pt x="344171" y="1197232"/>
                  <a:pt x="343390" y="1192124"/>
                  <a:pt x="346123" y="1157176"/>
                </a:cubicBezTo>
                <a:cubicBezTo>
                  <a:pt x="359383" y="1110140"/>
                  <a:pt x="355619" y="1111028"/>
                  <a:pt x="349331" y="1063288"/>
                </a:cubicBezTo>
                <a:cubicBezTo>
                  <a:pt x="364194" y="1005331"/>
                  <a:pt x="362778" y="969963"/>
                  <a:pt x="431245" y="889417"/>
                </a:cubicBezTo>
                <a:lnTo>
                  <a:pt x="459477" y="816346"/>
                </a:lnTo>
                <a:cubicBezTo>
                  <a:pt x="465006" y="808083"/>
                  <a:pt x="496978" y="764380"/>
                  <a:pt x="489268" y="752692"/>
                </a:cubicBezTo>
                <a:lnTo>
                  <a:pt x="505368" y="724368"/>
                </a:lnTo>
                <a:lnTo>
                  <a:pt x="511178" y="722494"/>
                </a:lnTo>
                <a:lnTo>
                  <a:pt x="514451" y="717531"/>
                </a:lnTo>
                <a:cubicBezTo>
                  <a:pt x="514171" y="710761"/>
                  <a:pt x="513893" y="703992"/>
                  <a:pt x="513612" y="697222"/>
                </a:cubicBezTo>
                <a:cubicBezTo>
                  <a:pt x="513272" y="693376"/>
                  <a:pt x="513720" y="690905"/>
                  <a:pt x="514772" y="689289"/>
                </a:cubicBezTo>
                <a:lnTo>
                  <a:pt x="515249" y="689151"/>
                </a:lnTo>
                <a:cubicBezTo>
                  <a:pt x="515320" y="686637"/>
                  <a:pt x="515389" y="684122"/>
                  <a:pt x="515461" y="681608"/>
                </a:cubicBezTo>
                <a:cubicBezTo>
                  <a:pt x="522970" y="666964"/>
                  <a:pt x="551123" y="617831"/>
                  <a:pt x="560298" y="601285"/>
                </a:cubicBezTo>
                <a:cubicBezTo>
                  <a:pt x="558549" y="585107"/>
                  <a:pt x="540289" y="573171"/>
                  <a:pt x="570504" y="582332"/>
                </a:cubicBezTo>
                <a:cubicBezTo>
                  <a:pt x="570816" y="577121"/>
                  <a:pt x="573898" y="574271"/>
                  <a:pt x="578347" y="572511"/>
                </a:cubicBezTo>
                <a:lnTo>
                  <a:pt x="580375" y="572092"/>
                </a:lnTo>
                <a:lnTo>
                  <a:pt x="575722" y="536015"/>
                </a:lnTo>
                <a:lnTo>
                  <a:pt x="578705" y="531675"/>
                </a:lnTo>
                <a:lnTo>
                  <a:pt x="564084" y="491380"/>
                </a:lnTo>
                <a:cubicBezTo>
                  <a:pt x="560969" y="487340"/>
                  <a:pt x="560134" y="482008"/>
                  <a:pt x="564457" y="473782"/>
                </a:cubicBezTo>
                <a:lnTo>
                  <a:pt x="566413" y="472000"/>
                </a:lnTo>
                <a:lnTo>
                  <a:pt x="584600" y="354566"/>
                </a:lnTo>
                <a:cubicBezTo>
                  <a:pt x="586100" y="325288"/>
                  <a:pt x="584583" y="317533"/>
                  <a:pt x="588077" y="265704"/>
                </a:cubicBezTo>
                <a:cubicBezTo>
                  <a:pt x="588008" y="205530"/>
                  <a:pt x="578491" y="226511"/>
                  <a:pt x="580576" y="187093"/>
                </a:cubicBezTo>
                <a:cubicBezTo>
                  <a:pt x="579265" y="162458"/>
                  <a:pt x="569240" y="117589"/>
                  <a:pt x="587928" y="130336"/>
                </a:cubicBezTo>
                <a:cubicBezTo>
                  <a:pt x="552635" y="69804"/>
                  <a:pt x="604651" y="82036"/>
                  <a:pt x="593881" y="17287"/>
                </a:cubicBezTo>
                <a:cubicBezTo>
                  <a:pt x="600399" y="13784"/>
                  <a:pt x="605413" y="8440"/>
                  <a:pt x="609224" y="1705"/>
                </a:cubicBezTo>
                <a:close/>
              </a:path>
            </a:pathLst>
          </a:custGeom>
        </p:spPr>
      </p:pic>
      <p:sp>
        <p:nvSpPr>
          <p:cNvPr id="3" name="TextBox 2">
            <a:extLst>
              <a:ext uri="{FF2B5EF4-FFF2-40B4-BE49-F238E27FC236}">
                <a16:creationId xmlns:a16="http://schemas.microsoft.com/office/drawing/2014/main" id="{9F36A9B4-4F0D-2E50-F0E1-1D37A767AFEC}"/>
              </a:ext>
            </a:extLst>
          </p:cNvPr>
          <p:cNvSpPr txBox="1"/>
          <p:nvPr/>
        </p:nvSpPr>
        <p:spPr>
          <a:xfrm>
            <a:off x="432314" y="6144814"/>
            <a:ext cx="4572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11</a:t>
            </a:r>
          </a:p>
        </p:txBody>
      </p:sp>
    </p:spTree>
    <p:extLst>
      <p:ext uri="{BB962C8B-B14F-4D97-AF65-F5344CB8AC3E}">
        <p14:creationId xmlns:p14="http://schemas.microsoft.com/office/powerpoint/2010/main" val="836256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person holding a phone&#10;&#10;AI-generated content may be incorrect.">
            <a:extLst>
              <a:ext uri="{FF2B5EF4-FFF2-40B4-BE49-F238E27FC236}">
                <a16:creationId xmlns:a16="http://schemas.microsoft.com/office/drawing/2014/main" id="{B4DF59E5-972C-AAB9-4E4F-B975AB6FF515}"/>
              </a:ext>
            </a:extLst>
          </p:cNvPr>
          <p:cNvPicPr>
            <a:picLocks noChangeAspect="1"/>
          </p:cNvPicPr>
          <p:nvPr/>
        </p:nvPicPr>
        <p:blipFill>
          <a:blip r:embed="rId2"/>
          <a:stretch>
            <a:fillRect/>
          </a:stretch>
        </p:blipFill>
        <p:spPr>
          <a:xfrm>
            <a:off x="804359" y="511293"/>
            <a:ext cx="4575027"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2" name="TextBox 1">
            <a:extLst>
              <a:ext uri="{FF2B5EF4-FFF2-40B4-BE49-F238E27FC236}">
                <a16:creationId xmlns:a16="http://schemas.microsoft.com/office/drawing/2014/main" id="{020EB18A-05D7-1CBE-7E71-0CC1AA5B30B2}"/>
              </a:ext>
            </a:extLst>
          </p:cNvPr>
          <p:cNvSpPr txBox="1"/>
          <p:nvPr/>
        </p:nvSpPr>
        <p:spPr>
          <a:xfrm>
            <a:off x="6093745" y="1995487"/>
            <a:ext cx="5458838" cy="419252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gn="just">
              <a:lnSpc>
                <a:spcPct val="90000"/>
              </a:lnSpc>
              <a:spcAft>
                <a:spcPts val="600"/>
              </a:spcAft>
            </a:pPr>
            <a:r>
              <a:rPr lang="en-US" sz="4000">
                <a:latin typeface="Arial"/>
                <a:cs typeface="Arial"/>
              </a:rPr>
              <a:t>Conclusion</a:t>
            </a:r>
          </a:p>
          <a:p>
            <a:pPr algn="just">
              <a:lnSpc>
                <a:spcPct val="90000"/>
              </a:lnSpc>
              <a:spcAft>
                <a:spcPts val="600"/>
              </a:spcAft>
            </a:pPr>
            <a:endParaRPr lang="en-US" sz="2400">
              <a:latin typeface="Arial"/>
              <a:cs typeface="Arial"/>
            </a:endParaRPr>
          </a:p>
          <a:p>
            <a:pPr algn="just">
              <a:lnSpc>
                <a:spcPct val="90000"/>
              </a:lnSpc>
              <a:spcAft>
                <a:spcPts val="600"/>
              </a:spcAft>
            </a:pPr>
            <a:r>
              <a:rPr lang="en-US" sz="2400">
                <a:latin typeface="Arial"/>
                <a:cs typeface="Arial"/>
              </a:rPr>
              <a:t>This Student Management App helps both teachers and students. Teacher can easily manage students, batches, subjects, exams, and notices. Students can get updates, view schedules, and stay connected. It makes the whole system simple and well organized.</a:t>
            </a:r>
            <a:endParaRPr lang="en-US">
              <a:latin typeface="Arial"/>
              <a:cs typeface="Arial"/>
            </a:endParaRPr>
          </a:p>
          <a:p>
            <a:pPr indent="-228600">
              <a:lnSpc>
                <a:spcPct val="90000"/>
              </a:lnSpc>
              <a:spcAft>
                <a:spcPts val="600"/>
              </a:spcAft>
              <a:buFont typeface="Arial" panose="020B0604020202020204" pitchFamily="34" charset="0"/>
              <a:buChar char="•"/>
            </a:pPr>
            <a:endParaRPr lang="en-US"/>
          </a:p>
        </p:txBody>
      </p:sp>
      <p:sp>
        <p:nvSpPr>
          <p:cNvPr id="5" name="TextBox 4">
            <a:extLst>
              <a:ext uri="{FF2B5EF4-FFF2-40B4-BE49-F238E27FC236}">
                <a16:creationId xmlns:a16="http://schemas.microsoft.com/office/drawing/2014/main" id="{41A437B3-F6AB-EC36-F229-3755E0E6CFF1}"/>
              </a:ext>
            </a:extLst>
          </p:cNvPr>
          <p:cNvSpPr txBox="1"/>
          <p:nvPr/>
        </p:nvSpPr>
        <p:spPr>
          <a:xfrm>
            <a:off x="11376401" y="6188988"/>
            <a:ext cx="50137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12</a:t>
            </a:r>
          </a:p>
        </p:txBody>
      </p:sp>
    </p:spTree>
    <p:extLst>
      <p:ext uri="{BB962C8B-B14F-4D97-AF65-F5344CB8AC3E}">
        <p14:creationId xmlns:p14="http://schemas.microsoft.com/office/powerpoint/2010/main" val="3839963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8B089790-F4B6-46A7-BB28-7B74A9A9EF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person holding a wooden block with a thank you message&#10;&#10;AI-generated content may be incorrect.">
            <a:extLst>
              <a:ext uri="{FF2B5EF4-FFF2-40B4-BE49-F238E27FC236}">
                <a16:creationId xmlns:a16="http://schemas.microsoft.com/office/drawing/2014/main" id="{686937A4-18C1-667B-FE40-1ECD11CA93CF}"/>
              </a:ext>
            </a:extLst>
          </p:cNvPr>
          <p:cNvPicPr>
            <a:picLocks noChangeAspect="1"/>
          </p:cNvPicPr>
          <p:nvPr/>
        </p:nvPicPr>
        <p:blipFill>
          <a:blip r:embed="rId2"/>
          <a:srcRect t="1642" b="1241"/>
          <a:stretch>
            <a:fillRect/>
          </a:stretch>
        </p:blipFill>
        <p:spPr>
          <a:xfrm>
            <a:off x="-1" y="1"/>
            <a:ext cx="12225129" cy="6134550"/>
          </a:xfrm>
          <a:prstGeom prst="rect">
            <a:avLst/>
          </a:prstGeom>
        </p:spPr>
      </p:pic>
      <p:grpSp>
        <p:nvGrpSpPr>
          <p:cNvPr id="57" name="Group 56">
            <a:extLst>
              <a:ext uri="{FF2B5EF4-FFF2-40B4-BE49-F238E27FC236}">
                <a16:creationId xmlns:a16="http://schemas.microsoft.com/office/drawing/2014/main" id="{9DE3F54D-33BC-4382-A2AB-5E002F0F11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5029199"/>
            <a:ext cx="12228128" cy="1828800"/>
            <a:chOff x="-305" y="2987478"/>
            <a:chExt cx="12188952" cy="1828800"/>
          </a:xfrm>
        </p:grpSpPr>
        <p:sp>
          <p:nvSpPr>
            <p:cNvPr id="58" name="Freeform: Shape 57">
              <a:extLst>
                <a:ext uri="{FF2B5EF4-FFF2-40B4-BE49-F238E27FC236}">
                  <a16:creationId xmlns:a16="http://schemas.microsoft.com/office/drawing/2014/main" id="{6798451A-4EC8-4869-8DFB-BCE4E00BE5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60ECD12F-47FF-48FE-A827-069775A8A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48928757-970C-4B99-9F9C-0C07E4A945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1" name="Freeform: Shape 60">
              <a:extLst>
                <a:ext uri="{FF2B5EF4-FFF2-40B4-BE49-F238E27FC236}">
                  <a16:creationId xmlns:a16="http://schemas.microsoft.com/office/drawing/2014/main" id="{1213505B-6136-49EC-951C-1FDA2A6C5B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198057249"/>
      </p:ext>
    </p:extLst>
  </p:cSld>
  <p:clrMapOvr>
    <a:masterClrMapping/>
  </p:clrMapOvr>
</p:sld>
</file>

<file path=ppt/theme/theme1.xml><?xml version="1.0" encoding="utf-8"?>
<a:theme xmlns:a="http://schemas.openxmlformats.org/drawingml/2006/main" name="VanillaVTI">
  <a:themeElements>
    <a:clrScheme name="VanillaVTI">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VanillaVTI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8</cp:revision>
  <dcterms:created xsi:type="dcterms:W3CDTF">2025-10-28T04:40:13Z</dcterms:created>
  <dcterms:modified xsi:type="dcterms:W3CDTF">2025-10-29T01:30:22Z</dcterms:modified>
</cp:coreProperties>
</file>